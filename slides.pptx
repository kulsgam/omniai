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9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Open Sauce Bold" charset="1" panose="00000800000000000000"/>
      <p:regular r:id="rId22"/>
    </p:embeddedFont>
    <p:embeddedFont>
      <p:font typeface="Open Sauce Medium" charset="1" panose="00000600000000000000"/>
      <p:regular r:id="rId23"/>
    </p:embeddedFont>
    <p:embeddedFont>
      <p:font typeface="Lora" charset="1" panose="00000500000000000000"/>
      <p:regular r:id="rId25"/>
    </p:embeddedFont>
    <p:embeddedFont>
      <p:font typeface="Open Sauce" charset="1" panose="000005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notesMasters/notesMaster1.xml" Type="http://schemas.openxmlformats.org/officeDocument/2006/relationships/notesMaster"/><Relationship Id="rId2" Target="presProps.xml" Type="http://schemas.openxmlformats.org/officeDocument/2006/relationships/presProps"/><Relationship Id="rId20" Target="theme/theme2.xml" Type="http://schemas.openxmlformats.org/officeDocument/2006/relationships/theme"/><Relationship Id="rId21" Target="notesSlides/notesSlide1.xml" Type="http://schemas.openxmlformats.org/officeDocument/2006/relationships/notes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notesSlides/notesSlide2.xml" Type="http://schemas.openxmlformats.org/officeDocument/2006/relationships/notes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notesSlides/notesSlide3.xml" Type="http://schemas.openxmlformats.org/officeDocument/2006/relationships/notesSlide"/><Relationship Id="rId28" Target="notesSlides/notesSlide4.xml" Type="http://schemas.openxmlformats.org/officeDocument/2006/relationships/notesSlide"/><Relationship Id="rId29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6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Hi, we are The Newtrons and this is our video of OmniAI for BuildWithAI Challenge #3 - RAG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We will first have a team introduction, go over all the technologies used for each feature, and have a final video demo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This is our team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*Are you struggling to keep your audience engaged with fresh, eye-catching content?*</a:t>
            </a:r>
          </a:p>
          <a:p>
            <a:r>
              <a:rPr lang="en-US"/>
              <a:t/>
            </a:r>
          </a:p>
          <a:p>
            <a:r>
              <a:rPr lang="en-US"/>
              <a:t>Our app finds the latest news and instantly turns it into stunning posts, videos, and memes—perfect for any platform. Engage effortlessly and stay ahead!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svg" Type="http://schemas.openxmlformats.org/officeDocument/2006/relationships/image"/><Relationship Id="rId11" Target="../media/image9.png" Type="http://schemas.openxmlformats.org/officeDocument/2006/relationships/image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Relationship Id="rId8" Target="../media/image6.png" Type="http://schemas.openxmlformats.org/officeDocument/2006/relationships/image"/><Relationship Id="rId9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5.png" Type="http://schemas.openxmlformats.org/officeDocument/2006/relationships/image"/><Relationship Id="rId6" Target="../media/image16.jpe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Relationship Id="rId9" Target="../media/image19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7.png" Type="http://schemas.openxmlformats.org/officeDocument/2006/relationships/image"/><Relationship Id="rId4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pn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Relationship Id="rId7" Target="../media/image23.png" Type="http://schemas.openxmlformats.org/officeDocument/2006/relationships/image"/><Relationship Id="rId8" Target="../media/image24.pn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29.jpeg" Type="http://schemas.openxmlformats.org/officeDocument/2006/relationships/image"/><Relationship Id="rId7" Target="../media/image30.png" Type="http://schemas.openxmlformats.org/officeDocument/2006/relationships/image"/><Relationship Id="rId8" Target="../media/image2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31.png" Type="http://schemas.openxmlformats.org/officeDocument/2006/relationships/image"/><Relationship Id="rId6" Target="../media/image29.jpeg" Type="http://schemas.openxmlformats.org/officeDocument/2006/relationships/image"/><Relationship Id="rId7" Target="../media/image30.png" Type="http://schemas.openxmlformats.org/officeDocument/2006/relationships/image"/><Relationship Id="rId8" Target="../media/image3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9.jpeg" Type="http://schemas.openxmlformats.org/officeDocument/2006/relationships/image"/><Relationship Id="rId5" Target="../media/image30.png" Type="http://schemas.openxmlformats.org/officeDocument/2006/relationships/image"/><Relationship Id="rId6" Target="../media/image3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3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35.png" Type="http://schemas.openxmlformats.org/officeDocument/2006/relationships/image"/><Relationship Id="rId5" Target="../media/image36.png" Type="http://schemas.openxmlformats.org/officeDocument/2006/relationships/image"/><Relationship Id="rId6" Target="../media/image3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Relationship Id="rId3" Target="../media/image39.svg" Type="http://schemas.openxmlformats.org/officeDocument/2006/relationships/image"/><Relationship Id="rId4" Target="../media/image40.png" Type="http://schemas.openxmlformats.org/officeDocument/2006/relationships/image"/><Relationship Id="rId5" Target="../media/image41.jpeg" Type="http://schemas.openxmlformats.org/officeDocument/2006/relationships/image"/><Relationship Id="rId6" Target="../media/image42.jpe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1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350551" y="809906"/>
            <a:ext cx="7245624" cy="7986159"/>
          </a:xfrm>
          <a:custGeom>
            <a:avLst/>
            <a:gdLst/>
            <a:ahLst/>
            <a:cxnLst/>
            <a:rect r="r" b="b" t="t" l="l"/>
            <a:pathLst>
              <a:path h="7986159" w="7245624">
                <a:moveTo>
                  <a:pt x="0" y="0"/>
                </a:moveTo>
                <a:lnTo>
                  <a:pt x="7245624" y="0"/>
                </a:lnTo>
                <a:lnTo>
                  <a:pt x="7245624" y="7986160"/>
                </a:lnTo>
                <a:lnTo>
                  <a:pt x="0" y="79861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569773">
            <a:off x="14590102" y="579476"/>
            <a:ext cx="2614174" cy="2614164"/>
            <a:chOff x="0" y="0"/>
            <a:chExt cx="6350000" cy="634997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5"/>
              <a:stretch>
                <a:fillRect l="-21388" t="0" r="-21388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1381453">
            <a:off x="16827423" y="835839"/>
            <a:ext cx="3946362" cy="2101438"/>
          </a:xfrm>
          <a:custGeom>
            <a:avLst/>
            <a:gdLst/>
            <a:ahLst/>
            <a:cxnLst/>
            <a:rect r="r" b="b" t="t" l="l"/>
            <a:pathLst>
              <a:path h="2101438" w="3946362">
                <a:moveTo>
                  <a:pt x="0" y="0"/>
                </a:moveTo>
                <a:lnTo>
                  <a:pt x="3946362" y="0"/>
                </a:lnTo>
                <a:lnTo>
                  <a:pt x="3946362" y="2101438"/>
                </a:lnTo>
                <a:lnTo>
                  <a:pt x="0" y="21014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416152">
            <a:off x="1349421" y="7018151"/>
            <a:ext cx="2614174" cy="2614164"/>
            <a:chOff x="0" y="0"/>
            <a:chExt cx="6350000" cy="63499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-2177833">
            <a:off x="-2311553" y="8480149"/>
            <a:ext cx="3946362" cy="2101438"/>
          </a:xfrm>
          <a:custGeom>
            <a:avLst/>
            <a:gdLst/>
            <a:ahLst/>
            <a:cxnLst/>
            <a:rect r="r" b="b" t="t" l="l"/>
            <a:pathLst>
              <a:path h="2101438" w="3946362">
                <a:moveTo>
                  <a:pt x="0" y="0"/>
                </a:moveTo>
                <a:lnTo>
                  <a:pt x="3946363" y="0"/>
                </a:lnTo>
                <a:lnTo>
                  <a:pt x="3946363" y="2101438"/>
                </a:lnTo>
                <a:lnTo>
                  <a:pt x="0" y="21014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367638">
            <a:off x="16521470" y="8528362"/>
            <a:ext cx="3533060" cy="2005012"/>
          </a:xfrm>
          <a:custGeom>
            <a:avLst/>
            <a:gdLst/>
            <a:ahLst/>
            <a:cxnLst/>
            <a:rect r="r" b="b" t="t" l="l"/>
            <a:pathLst>
              <a:path h="2005012" w="3533060">
                <a:moveTo>
                  <a:pt x="0" y="0"/>
                </a:moveTo>
                <a:lnTo>
                  <a:pt x="3533060" y="0"/>
                </a:lnTo>
                <a:lnTo>
                  <a:pt x="3533060" y="2005012"/>
                </a:lnTo>
                <a:lnTo>
                  <a:pt x="0" y="200501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367638">
            <a:off x="-1427938" y="-442207"/>
            <a:ext cx="3533060" cy="2005012"/>
          </a:xfrm>
          <a:custGeom>
            <a:avLst/>
            <a:gdLst/>
            <a:ahLst/>
            <a:cxnLst/>
            <a:rect r="r" b="b" t="t" l="l"/>
            <a:pathLst>
              <a:path h="2005012" w="3533060">
                <a:moveTo>
                  <a:pt x="0" y="0"/>
                </a:moveTo>
                <a:lnTo>
                  <a:pt x="3533060" y="0"/>
                </a:lnTo>
                <a:lnTo>
                  <a:pt x="3533060" y="2005011"/>
                </a:lnTo>
                <a:lnTo>
                  <a:pt x="0" y="200501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6939029" y="3259936"/>
            <a:ext cx="4391900" cy="3086100"/>
            <a:chOff x="0" y="0"/>
            <a:chExt cx="1156714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56714" cy="812800"/>
            </a:xfrm>
            <a:custGeom>
              <a:avLst/>
              <a:gdLst/>
              <a:ahLst/>
              <a:cxnLst/>
              <a:rect r="r" b="b" t="t" l="l"/>
              <a:pathLst>
                <a:path h="812800" w="1156714">
                  <a:moveTo>
                    <a:pt x="0" y="0"/>
                  </a:moveTo>
                  <a:lnTo>
                    <a:pt x="1156714" y="0"/>
                  </a:lnTo>
                  <a:lnTo>
                    <a:pt x="115671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41D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156714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873926" y="2168899"/>
            <a:ext cx="2756204" cy="1149547"/>
            <a:chOff x="0" y="0"/>
            <a:chExt cx="3674938" cy="153273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107984" y="122015"/>
              <a:ext cx="3566954" cy="1410715"/>
              <a:chOff x="0" y="0"/>
              <a:chExt cx="1027571" cy="4064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027571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1027571">
                    <a:moveTo>
                      <a:pt x="824371" y="0"/>
                    </a:moveTo>
                    <a:cubicBezTo>
                      <a:pt x="936596" y="0"/>
                      <a:pt x="1027571" y="90976"/>
                      <a:pt x="1027571" y="203200"/>
                    </a:cubicBezTo>
                    <a:cubicBezTo>
                      <a:pt x="1027571" y="315424"/>
                      <a:pt x="936596" y="406400"/>
                      <a:pt x="824371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2D2828"/>
              </a:solidFill>
              <a:ln w="152400" cap="sq">
                <a:solidFill>
                  <a:srgbClr val="2D2828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1027571" cy="444500"/>
              </a:xfrm>
              <a:prstGeom prst="rect">
                <a:avLst/>
              </a:prstGeom>
            </p:spPr>
            <p:txBody>
              <a:bodyPr anchor="ctr" rtlCol="false" tIns="41069" lIns="41069" bIns="41069" rIns="41069"/>
              <a:lstStyle/>
              <a:p>
                <a:pPr algn="ctr">
                  <a:lnSpc>
                    <a:spcPts val="2221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0" y="0"/>
              <a:ext cx="3625277" cy="1410715"/>
              <a:chOff x="0" y="0"/>
              <a:chExt cx="1044373" cy="4064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044373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1044373">
                    <a:moveTo>
                      <a:pt x="841173" y="0"/>
                    </a:moveTo>
                    <a:cubicBezTo>
                      <a:pt x="953397" y="0"/>
                      <a:pt x="1044373" y="90976"/>
                      <a:pt x="1044373" y="203200"/>
                    </a:cubicBezTo>
                    <a:cubicBezTo>
                      <a:pt x="1044373" y="315424"/>
                      <a:pt x="953397" y="406400"/>
                      <a:pt x="841173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FC900"/>
              </a:solidFill>
              <a:ln w="85725" cap="sq">
                <a:solidFill>
                  <a:srgbClr val="2D2828"/>
                </a:solidFill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1044373" cy="444500"/>
              </a:xfrm>
              <a:prstGeom prst="rect">
                <a:avLst/>
              </a:prstGeom>
            </p:spPr>
            <p:txBody>
              <a:bodyPr anchor="ctr" rtlCol="false" tIns="41069" lIns="41069" bIns="41069" rIns="41069"/>
              <a:lstStyle/>
              <a:p>
                <a:pPr algn="ctr">
                  <a:lnSpc>
                    <a:spcPts val="2221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427557" y="274483"/>
              <a:ext cx="2874342" cy="8054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71"/>
                </a:lnSpc>
              </a:pPr>
              <a:r>
                <a:rPr lang="en-US" b="true" sz="4155">
                  <a:solidFill>
                    <a:srgbClr val="2D2828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WEB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987213" y="6702772"/>
            <a:ext cx="2909976" cy="1021719"/>
            <a:chOff x="0" y="0"/>
            <a:chExt cx="3879967" cy="1362292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114009" y="108447"/>
              <a:ext cx="3765959" cy="1253846"/>
              <a:chOff x="0" y="0"/>
              <a:chExt cx="1220633" cy="4064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220633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1220633">
                    <a:moveTo>
                      <a:pt x="1017433" y="0"/>
                    </a:moveTo>
                    <a:cubicBezTo>
                      <a:pt x="1129658" y="0"/>
                      <a:pt x="1220633" y="90976"/>
                      <a:pt x="1220633" y="203200"/>
                    </a:cubicBezTo>
                    <a:cubicBezTo>
                      <a:pt x="1220633" y="315424"/>
                      <a:pt x="1129658" y="406400"/>
                      <a:pt x="1017433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2D2828"/>
              </a:solidFill>
              <a:ln w="152400" cap="sq">
                <a:solidFill>
                  <a:srgbClr val="2D2828"/>
                </a:solidFill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1220633" cy="444500"/>
              </a:xfrm>
              <a:prstGeom prst="rect">
                <a:avLst/>
              </a:prstGeom>
            </p:spPr>
            <p:txBody>
              <a:bodyPr anchor="ctr" rtlCol="false" tIns="41069" lIns="41069" bIns="41069" rIns="41069"/>
              <a:lstStyle/>
              <a:p>
                <a:pPr algn="ctr">
                  <a:lnSpc>
                    <a:spcPts val="2221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0" y="0"/>
              <a:ext cx="3827535" cy="1253846"/>
              <a:chOff x="0" y="0"/>
              <a:chExt cx="1240592" cy="4064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240592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1240592">
                    <a:moveTo>
                      <a:pt x="1037392" y="0"/>
                    </a:moveTo>
                    <a:cubicBezTo>
                      <a:pt x="1149616" y="0"/>
                      <a:pt x="1240592" y="90976"/>
                      <a:pt x="1240592" y="203200"/>
                    </a:cubicBezTo>
                    <a:cubicBezTo>
                      <a:pt x="1240592" y="315424"/>
                      <a:pt x="1149616" y="406400"/>
                      <a:pt x="1037392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FC900"/>
              </a:solidFill>
              <a:ln w="85725" cap="sq">
                <a:solidFill>
                  <a:srgbClr val="2D2828"/>
                </a:solidFill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1240592" cy="444500"/>
              </a:xfrm>
              <a:prstGeom prst="rect">
                <a:avLst/>
              </a:prstGeom>
            </p:spPr>
            <p:txBody>
              <a:bodyPr anchor="ctr" rtlCol="false" tIns="41069" lIns="41069" bIns="41069" rIns="41069"/>
              <a:lstStyle/>
              <a:p>
                <a:pPr algn="ctr">
                  <a:lnSpc>
                    <a:spcPts val="2221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451411" y="238673"/>
              <a:ext cx="3034705" cy="7211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62"/>
                </a:lnSpc>
              </a:pPr>
              <a:r>
                <a:rPr lang="en-US" b="true" sz="3693">
                  <a:solidFill>
                    <a:srgbClr val="2D2828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IMAGE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-1618449">
            <a:off x="396398" y="6472088"/>
            <a:ext cx="703419" cy="615492"/>
            <a:chOff x="0" y="0"/>
            <a:chExt cx="812800" cy="7112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5F1E1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9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3638575" y="8934867"/>
            <a:ext cx="11364786" cy="1047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29"/>
              </a:lnSpc>
              <a:spcBef>
                <a:spcPct val="0"/>
              </a:spcBef>
            </a:pPr>
            <a:r>
              <a:rPr lang="en-US" b="true" sz="3020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Presented by The Newtrons - Kulindu, Peter, Vimukthi, Anubhav, Leon</a:t>
            </a:r>
          </a:p>
        </p:txBody>
      </p:sp>
      <p:grpSp>
        <p:nvGrpSpPr>
          <p:cNvPr name="Group 34" id="34"/>
          <p:cNvGrpSpPr/>
          <p:nvPr/>
        </p:nvGrpSpPr>
        <p:grpSpPr>
          <a:xfrm rot="553471">
            <a:off x="16907590" y="3592126"/>
            <a:ext cx="703419" cy="615492"/>
            <a:chOff x="0" y="0"/>
            <a:chExt cx="812800" cy="7112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5F1E1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-2977118">
            <a:off x="15049702" y="8906590"/>
            <a:ext cx="703419" cy="703419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5F1E1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9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-2977118">
            <a:off x="3782643" y="704366"/>
            <a:ext cx="703419" cy="703419"/>
            <a:chOff x="0" y="0"/>
            <a:chExt cx="812800" cy="812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5F1E1"/>
              </a:solidFill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9"/>
                </a:lnSpc>
              </a:pPr>
            </a:p>
          </p:txBody>
        </p:sp>
      </p:grpSp>
      <p:sp>
        <p:nvSpPr>
          <p:cNvPr name="Freeform 43" id="43"/>
          <p:cNvSpPr/>
          <p:nvPr/>
        </p:nvSpPr>
        <p:spPr>
          <a:xfrm flipH="false" flipV="false" rot="0">
            <a:off x="6939029" y="2424883"/>
            <a:ext cx="4444991" cy="4444991"/>
          </a:xfrm>
          <a:custGeom>
            <a:avLst/>
            <a:gdLst/>
            <a:ahLst/>
            <a:cxnLst/>
            <a:rect r="r" b="b" t="t" l="l"/>
            <a:pathLst>
              <a:path h="4444991" w="4444991">
                <a:moveTo>
                  <a:pt x="0" y="0"/>
                </a:moveTo>
                <a:lnTo>
                  <a:pt x="4444991" y="0"/>
                </a:lnTo>
                <a:lnTo>
                  <a:pt x="4444991" y="4444992"/>
                </a:lnTo>
                <a:lnTo>
                  <a:pt x="0" y="444499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grpSp>
        <p:nvGrpSpPr>
          <p:cNvPr name="Group 44" id="44"/>
          <p:cNvGrpSpPr/>
          <p:nvPr/>
        </p:nvGrpSpPr>
        <p:grpSpPr>
          <a:xfrm rot="0">
            <a:off x="7291672" y="3744265"/>
            <a:ext cx="3739705" cy="2006854"/>
            <a:chOff x="0" y="0"/>
            <a:chExt cx="4986274" cy="2675806"/>
          </a:xfrm>
        </p:grpSpPr>
        <p:grpSp>
          <p:nvGrpSpPr>
            <p:cNvPr name="Group 45" id="45"/>
            <p:cNvGrpSpPr/>
            <p:nvPr/>
          </p:nvGrpSpPr>
          <p:grpSpPr>
            <a:xfrm rot="0">
              <a:off x="146516" y="176191"/>
              <a:ext cx="4839757" cy="2037091"/>
              <a:chOff x="0" y="0"/>
              <a:chExt cx="965533" cy="40640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965533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965533">
                    <a:moveTo>
                      <a:pt x="762333" y="0"/>
                    </a:moveTo>
                    <a:cubicBezTo>
                      <a:pt x="874557" y="0"/>
                      <a:pt x="965533" y="90976"/>
                      <a:pt x="965533" y="203200"/>
                    </a:cubicBezTo>
                    <a:cubicBezTo>
                      <a:pt x="965533" y="315424"/>
                      <a:pt x="874557" y="406400"/>
                      <a:pt x="762333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2D2828"/>
              </a:solidFill>
              <a:ln w="152400" cap="sq">
                <a:solidFill>
                  <a:srgbClr val="2D2828"/>
                </a:solidFill>
                <a:prstDash val="solid"/>
                <a:miter/>
              </a:ln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-38100"/>
                <a:ext cx="965533" cy="444500"/>
              </a:xfrm>
              <a:prstGeom prst="rect">
                <a:avLst/>
              </a:prstGeom>
            </p:spPr>
            <p:txBody>
              <a:bodyPr anchor="ctr" rtlCol="false" tIns="33459" lIns="33459" bIns="33459" rIns="33459"/>
              <a:lstStyle/>
              <a:p>
                <a:pPr algn="ctr">
                  <a:lnSpc>
                    <a:spcPts val="2221"/>
                  </a:lnSpc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0" y="0"/>
              <a:ext cx="4918891" cy="2037091"/>
              <a:chOff x="0" y="0"/>
              <a:chExt cx="981320" cy="406400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98132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981320">
                    <a:moveTo>
                      <a:pt x="778120" y="0"/>
                    </a:moveTo>
                    <a:cubicBezTo>
                      <a:pt x="890344" y="0"/>
                      <a:pt x="981320" y="90976"/>
                      <a:pt x="981320" y="203200"/>
                    </a:cubicBezTo>
                    <a:cubicBezTo>
                      <a:pt x="981320" y="315424"/>
                      <a:pt x="890344" y="406400"/>
                      <a:pt x="778120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FC900"/>
              </a:solidFill>
              <a:ln w="85725" cap="sq">
                <a:solidFill>
                  <a:srgbClr val="2D2828"/>
                </a:solidFill>
                <a:prstDash val="solid"/>
                <a:miter/>
              </a:ln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-38100"/>
                <a:ext cx="981320" cy="444500"/>
              </a:xfrm>
              <a:prstGeom prst="rect">
                <a:avLst/>
              </a:prstGeom>
            </p:spPr>
            <p:txBody>
              <a:bodyPr anchor="ctr" rtlCol="false" tIns="33459" lIns="33459" bIns="33459" rIns="33459"/>
              <a:lstStyle/>
              <a:p>
                <a:pPr algn="ctr">
                  <a:lnSpc>
                    <a:spcPts val="2221"/>
                  </a:lnSpc>
                </a:pPr>
              </a:p>
            </p:txBody>
          </p:sp>
        </p:grpSp>
        <p:sp>
          <p:nvSpPr>
            <p:cNvPr name="TextBox 51" id="51"/>
            <p:cNvSpPr txBox="true"/>
            <p:nvPr/>
          </p:nvSpPr>
          <p:spPr>
            <a:xfrm rot="0">
              <a:off x="580123" y="388966"/>
              <a:ext cx="3899999" cy="22868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600"/>
                </a:lnSpc>
              </a:pPr>
              <a:r>
                <a:rPr lang="en-US" sz="6000" b="true">
                  <a:solidFill>
                    <a:srgbClr val="2D2828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OmniAI</a:t>
              </a:r>
            </a:p>
            <a:p>
              <a:pPr algn="ctr">
                <a:lnSpc>
                  <a:spcPts val="6600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8747347" y="1348232"/>
            <a:ext cx="3066428" cy="1076651"/>
            <a:chOff x="0" y="0"/>
            <a:chExt cx="4088571" cy="1435535"/>
          </a:xfrm>
        </p:grpSpPr>
        <p:grpSp>
          <p:nvGrpSpPr>
            <p:cNvPr name="Group 53" id="53"/>
            <p:cNvGrpSpPr/>
            <p:nvPr/>
          </p:nvGrpSpPr>
          <p:grpSpPr>
            <a:xfrm rot="0">
              <a:off x="120138" y="114277"/>
              <a:ext cx="3968433" cy="1321258"/>
              <a:chOff x="0" y="0"/>
              <a:chExt cx="1220633" cy="406400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1220633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1220633">
                    <a:moveTo>
                      <a:pt x="1017433" y="0"/>
                    </a:moveTo>
                    <a:cubicBezTo>
                      <a:pt x="1129658" y="0"/>
                      <a:pt x="1220633" y="90976"/>
                      <a:pt x="1220633" y="203200"/>
                    </a:cubicBezTo>
                    <a:cubicBezTo>
                      <a:pt x="1220633" y="315424"/>
                      <a:pt x="1129658" y="406400"/>
                      <a:pt x="1017433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2D2828"/>
              </a:solidFill>
              <a:ln w="152400" cap="sq">
                <a:solidFill>
                  <a:srgbClr val="2D2828"/>
                </a:solidFill>
                <a:prstDash val="solid"/>
                <a:miter/>
              </a:ln>
            </p:spPr>
          </p:sp>
          <p:sp>
            <p:nvSpPr>
              <p:cNvPr name="TextBox 55" id="55"/>
              <p:cNvSpPr txBox="true"/>
              <p:nvPr/>
            </p:nvSpPr>
            <p:spPr>
              <a:xfrm>
                <a:off x="0" y="-38100"/>
                <a:ext cx="1220633" cy="444500"/>
              </a:xfrm>
              <a:prstGeom prst="rect">
                <a:avLst/>
              </a:prstGeom>
            </p:spPr>
            <p:txBody>
              <a:bodyPr anchor="ctr" rtlCol="false" tIns="41069" lIns="41069" bIns="41069" rIns="41069"/>
              <a:lstStyle/>
              <a:p>
                <a:pPr algn="ctr">
                  <a:lnSpc>
                    <a:spcPts val="2221"/>
                  </a:lnSpc>
                </a:pPr>
              </a:p>
            </p:txBody>
          </p:sp>
        </p:grpSp>
        <p:grpSp>
          <p:nvGrpSpPr>
            <p:cNvPr name="Group 56" id="56"/>
            <p:cNvGrpSpPr/>
            <p:nvPr/>
          </p:nvGrpSpPr>
          <p:grpSpPr>
            <a:xfrm rot="0">
              <a:off x="0" y="0"/>
              <a:ext cx="4033320" cy="1321258"/>
              <a:chOff x="0" y="0"/>
              <a:chExt cx="1240592" cy="406400"/>
            </a:xfrm>
          </p:grpSpPr>
          <p:sp>
            <p:nvSpPr>
              <p:cNvPr name="Freeform 57" id="57"/>
              <p:cNvSpPr/>
              <p:nvPr/>
            </p:nvSpPr>
            <p:spPr>
              <a:xfrm flipH="false" flipV="false" rot="0">
                <a:off x="0" y="0"/>
                <a:ext cx="1240592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1240592">
                    <a:moveTo>
                      <a:pt x="1037392" y="0"/>
                    </a:moveTo>
                    <a:cubicBezTo>
                      <a:pt x="1149616" y="0"/>
                      <a:pt x="1240592" y="90976"/>
                      <a:pt x="1240592" y="203200"/>
                    </a:cubicBezTo>
                    <a:cubicBezTo>
                      <a:pt x="1240592" y="315424"/>
                      <a:pt x="1149616" y="406400"/>
                      <a:pt x="1037392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FC900"/>
              </a:solidFill>
              <a:ln w="85725" cap="sq">
                <a:solidFill>
                  <a:srgbClr val="2D2828"/>
                </a:solidFill>
                <a:prstDash val="solid"/>
                <a:miter/>
              </a:ln>
            </p:spPr>
          </p:sp>
          <p:sp>
            <p:nvSpPr>
              <p:cNvPr name="TextBox 58" id="58"/>
              <p:cNvSpPr txBox="true"/>
              <p:nvPr/>
            </p:nvSpPr>
            <p:spPr>
              <a:xfrm>
                <a:off x="0" y="-38100"/>
                <a:ext cx="1240592" cy="444500"/>
              </a:xfrm>
              <a:prstGeom prst="rect">
                <a:avLst/>
              </a:prstGeom>
            </p:spPr>
            <p:txBody>
              <a:bodyPr anchor="ctr" rtlCol="false" tIns="41069" lIns="41069" bIns="41069" rIns="41069"/>
              <a:lstStyle/>
              <a:p>
                <a:pPr algn="ctr">
                  <a:lnSpc>
                    <a:spcPts val="2221"/>
                  </a:lnSpc>
                </a:pPr>
              </a:p>
            </p:txBody>
          </p:sp>
        </p:grpSp>
        <p:sp>
          <p:nvSpPr>
            <p:cNvPr name="TextBox 59" id="59"/>
            <p:cNvSpPr txBox="true"/>
            <p:nvPr/>
          </p:nvSpPr>
          <p:spPr>
            <a:xfrm rot="0">
              <a:off x="475681" y="259494"/>
              <a:ext cx="3197864" cy="7519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81"/>
                </a:lnSpc>
              </a:pPr>
              <a:r>
                <a:rPr lang="en-US" b="true" sz="3892">
                  <a:solidFill>
                    <a:srgbClr val="2D2828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VIDEO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3183231" y="6233639"/>
            <a:ext cx="2513881" cy="1048480"/>
            <a:chOff x="0" y="0"/>
            <a:chExt cx="3351841" cy="1397974"/>
          </a:xfrm>
        </p:grpSpPr>
        <p:grpSp>
          <p:nvGrpSpPr>
            <p:cNvPr name="Group 61" id="61"/>
            <p:cNvGrpSpPr/>
            <p:nvPr/>
          </p:nvGrpSpPr>
          <p:grpSpPr>
            <a:xfrm rot="0">
              <a:off x="98490" y="111287"/>
              <a:ext cx="3253351" cy="1286686"/>
              <a:chOff x="0" y="0"/>
              <a:chExt cx="1027571" cy="406400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1027571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1027571">
                    <a:moveTo>
                      <a:pt x="824371" y="0"/>
                    </a:moveTo>
                    <a:cubicBezTo>
                      <a:pt x="936596" y="0"/>
                      <a:pt x="1027571" y="90976"/>
                      <a:pt x="1027571" y="203200"/>
                    </a:cubicBezTo>
                    <a:cubicBezTo>
                      <a:pt x="1027571" y="315424"/>
                      <a:pt x="936596" y="406400"/>
                      <a:pt x="824371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2D2828"/>
              </a:solidFill>
              <a:ln w="152400" cap="sq">
                <a:solidFill>
                  <a:srgbClr val="2D2828"/>
                </a:solidFill>
                <a:prstDash val="solid"/>
                <a:miter/>
              </a:ln>
            </p:spPr>
          </p:sp>
          <p:sp>
            <p:nvSpPr>
              <p:cNvPr name="TextBox 63" id="63"/>
              <p:cNvSpPr txBox="true"/>
              <p:nvPr/>
            </p:nvSpPr>
            <p:spPr>
              <a:xfrm>
                <a:off x="0" y="-38100"/>
                <a:ext cx="1027571" cy="444500"/>
              </a:xfrm>
              <a:prstGeom prst="rect">
                <a:avLst/>
              </a:prstGeom>
            </p:spPr>
            <p:txBody>
              <a:bodyPr anchor="ctr" rtlCol="false" tIns="41069" lIns="41069" bIns="41069" rIns="41069"/>
              <a:lstStyle/>
              <a:p>
                <a:pPr algn="ctr">
                  <a:lnSpc>
                    <a:spcPts val="2221"/>
                  </a:lnSpc>
                </a:pPr>
              </a:p>
            </p:txBody>
          </p:sp>
        </p:grpSp>
        <p:grpSp>
          <p:nvGrpSpPr>
            <p:cNvPr name="Group 64" id="64"/>
            <p:cNvGrpSpPr/>
            <p:nvPr/>
          </p:nvGrpSpPr>
          <p:grpSpPr>
            <a:xfrm rot="0">
              <a:off x="0" y="0"/>
              <a:ext cx="3306546" cy="1286686"/>
              <a:chOff x="0" y="0"/>
              <a:chExt cx="1044373" cy="406400"/>
            </a:xfrm>
          </p:grpSpPr>
          <p:sp>
            <p:nvSpPr>
              <p:cNvPr name="Freeform 65" id="65"/>
              <p:cNvSpPr/>
              <p:nvPr/>
            </p:nvSpPr>
            <p:spPr>
              <a:xfrm flipH="false" flipV="false" rot="0">
                <a:off x="0" y="0"/>
                <a:ext cx="1044373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1044373">
                    <a:moveTo>
                      <a:pt x="841173" y="0"/>
                    </a:moveTo>
                    <a:cubicBezTo>
                      <a:pt x="953397" y="0"/>
                      <a:pt x="1044373" y="90976"/>
                      <a:pt x="1044373" y="203200"/>
                    </a:cubicBezTo>
                    <a:cubicBezTo>
                      <a:pt x="1044373" y="315424"/>
                      <a:pt x="953397" y="406400"/>
                      <a:pt x="841173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FC900"/>
              </a:solidFill>
              <a:ln w="85725" cap="sq">
                <a:solidFill>
                  <a:srgbClr val="2D2828"/>
                </a:solidFill>
                <a:prstDash val="solid"/>
                <a:miter/>
              </a:ln>
            </p:spPr>
          </p:sp>
          <p:sp>
            <p:nvSpPr>
              <p:cNvPr name="TextBox 66" id="66"/>
              <p:cNvSpPr txBox="true"/>
              <p:nvPr/>
            </p:nvSpPr>
            <p:spPr>
              <a:xfrm>
                <a:off x="0" y="-38100"/>
                <a:ext cx="1044373" cy="444500"/>
              </a:xfrm>
              <a:prstGeom prst="rect">
                <a:avLst/>
              </a:prstGeom>
            </p:spPr>
            <p:txBody>
              <a:bodyPr anchor="ctr" rtlCol="false" tIns="41069" lIns="41069" bIns="41069" rIns="41069"/>
              <a:lstStyle/>
              <a:p>
                <a:pPr algn="ctr">
                  <a:lnSpc>
                    <a:spcPts val="2221"/>
                  </a:lnSpc>
                </a:pPr>
              </a:p>
            </p:txBody>
          </p:sp>
        </p:grpSp>
        <p:sp>
          <p:nvSpPr>
            <p:cNvPr name="TextBox 67" id="67"/>
            <p:cNvSpPr txBox="true"/>
            <p:nvPr/>
          </p:nvSpPr>
          <p:spPr>
            <a:xfrm rot="0">
              <a:off x="389967" y="244176"/>
              <a:ext cx="2621633" cy="7407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69"/>
                </a:lnSpc>
              </a:pPr>
              <a:r>
                <a:rPr lang="en-US" b="true" sz="3790">
                  <a:solidFill>
                    <a:srgbClr val="2D2828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MEME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3452509" y="4000566"/>
            <a:ext cx="2444680" cy="1019618"/>
            <a:chOff x="0" y="0"/>
            <a:chExt cx="3259573" cy="1359491"/>
          </a:xfrm>
        </p:grpSpPr>
        <p:grpSp>
          <p:nvGrpSpPr>
            <p:cNvPr name="Group 69" id="69"/>
            <p:cNvGrpSpPr/>
            <p:nvPr/>
          </p:nvGrpSpPr>
          <p:grpSpPr>
            <a:xfrm rot="0">
              <a:off x="95779" y="108224"/>
              <a:ext cx="3163794" cy="1251267"/>
              <a:chOff x="0" y="0"/>
              <a:chExt cx="1027571" cy="406400"/>
            </a:xfrm>
          </p:grpSpPr>
          <p:sp>
            <p:nvSpPr>
              <p:cNvPr name="Freeform 70" id="70"/>
              <p:cNvSpPr/>
              <p:nvPr/>
            </p:nvSpPr>
            <p:spPr>
              <a:xfrm flipH="false" flipV="false" rot="0">
                <a:off x="0" y="0"/>
                <a:ext cx="1027571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1027571">
                    <a:moveTo>
                      <a:pt x="824371" y="0"/>
                    </a:moveTo>
                    <a:cubicBezTo>
                      <a:pt x="936596" y="0"/>
                      <a:pt x="1027571" y="90976"/>
                      <a:pt x="1027571" y="203200"/>
                    </a:cubicBezTo>
                    <a:cubicBezTo>
                      <a:pt x="1027571" y="315424"/>
                      <a:pt x="936596" y="406400"/>
                      <a:pt x="824371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2D2828"/>
              </a:solidFill>
              <a:ln w="152400" cap="sq">
                <a:solidFill>
                  <a:srgbClr val="2D2828"/>
                </a:solidFill>
                <a:prstDash val="solid"/>
                <a:miter/>
              </a:ln>
            </p:spPr>
          </p:sp>
          <p:sp>
            <p:nvSpPr>
              <p:cNvPr name="TextBox 71" id="71"/>
              <p:cNvSpPr txBox="true"/>
              <p:nvPr/>
            </p:nvSpPr>
            <p:spPr>
              <a:xfrm>
                <a:off x="0" y="-38100"/>
                <a:ext cx="1027571" cy="444500"/>
              </a:xfrm>
              <a:prstGeom prst="rect">
                <a:avLst/>
              </a:prstGeom>
            </p:spPr>
            <p:txBody>
              <a:bodyPr anchor="ctr" rtlCol="false" tIns="41069" lIns="41069" bIns="41069" rIns="41069"/>
              <a:lstStyle/>
              <a:p>
                <a:pPr algn="ctr">
                  <a:lnSpc>
                    <a:spcPts val="2221"/>
                  </a:lnSpc>
                </a:pPr>
              </a:p>
            </p:txBody>
          </p:sp>
        </p:grpSp>
        <p:grpSp>
          <p:nvGrpSpPr>
            <p:cNvPr name="Group 72" id="72"/>
            <p:cNvGrpSpPr/>
            <p:nvPr/>
          </p:nvGrpSpPr>
          <p:grpSpPr>
            <a:xfrm rot="0">
              <a:off x="0" y="0"/>
              <a:ext cx="3215525" cy="1251267"/>
              <a:chOff x="0" y="0"/>
              <a:chExt cx="1044373" cy="406400"/>
            </a:xfrm>
          </p:grpSpPr>
          <p:sp>
            <p:nvSpPr>
              <p:cNvPr name="Freeform 73" id="73"/>
              <p:cNvSpPr/>
              <p:nvPr/>
            </p:nvSpPr>
            <p:spPr>
              <a:xfrm flipH="false" flipV="false" rot="0">
                <a:off x="0" y="0"/>
                <a:ext cx="1044373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1044373">
                    <a:moveTo>
                      <a:pt x="841173" y="0"/>
                    </a:moveTo>
                    <a:cubicBezTo>
                      <a:pt x="953397" y="0"/>
                      <a:pt x="1044373" y="90976"/>
                      <a:pt x="1044373" y="203200"/>
                    </a:cubicBezTo>
                    <a:cubicBezTo>
                      <a:pt x="1044373" y="315424"/>
                      <a:pt x="953397" y="406400"/>
                      <a:pt x="841173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FC900"/>
              </a:solidFill>
              <a:ln w="85725" cap="sq">
                <a:solidFill>
                  <a:srgbClr val="2D2828"/>
                </a:solidFill>
                <a:prstDash val="solid"/>
                <a:miter/>
              </a:ln>
            </p:spPr>
          </p:sp>
          <p:sp>
            <p:nvSpPr>
              <p:cNvPr name="TextBox 74" id="74"/>
              <p:cNvSpPr txBox="true"/>
              <p:nvPr/>
            </p:nvSpPr>
            <p:spPr>
              <a:xfrm>
                <a:off x="0" y="-38100"/>
                <a:ext cx="1044373" cy="444500"/>
              </a:xfrm>
              <a:prstGeom prst="rect">
                <a:avLst/>
              </a:prstGeom>
            </p:spPr>
            <p:txBody>
              <a:bodyPr anchor="ctr" rtlCol="false" tIns="41069" lIns="41069" bIns="41069" rIns="41069"/>
              <a:lstStyle/>
              <a:p>
                <a:pPr algn="ctr">
                  <a:lnSpc>
                    <a:spcPts val="2221"/>
                  </a:lnSpc>
                </a:pPr>
              </a:p>
            </p:txBody>
          </p:sp>
        </p:grpSp>
        <p:sp>
          <p:nvSpPr>
            <p:cNvPr name="TextBox 75" id="75"/>
            <p:cNvSpPr txBox="true"/>
            <p:nvPr/>
          </p:nvSpPr>
          <p:spPr>
            <a:xfrm rot="0">
              <a:off x="379232" y="238241"/>
              <a:ext cx="2549466" cy="7195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54"/>
                </a:lnSpc>
              </a:pPr>
              <a:r>
                <a:rPr lang="en-US" b="true" sz="3686">
                  <a:solidFill>
                    <a:srgbClr val="2D2828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TEXT</a:t>
              </a:r>
            </a:p>
          </p:txBody>
        </p:sp>
      </p:grpSp>
      <p:sp>
        <p:nvSpPr>
          <p:cNvPr name="TextBox 76" id="76"/>
          <p:cNvSpPr txBox="true"/>
          <p:nvPr/>
        </p:nvSpPr>
        <p:spPr>
          <a:xfrm rot="0">
            <a:off x="7465558" y="94363"/>
            <a:ext cx="3710821" cy="515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35"/>
              </a:lnSpc>
              <a:spcBef>
                <a:spcPct val="0"/>
              </a:spcBef>
            </a:pPr>
            <a:r>
              <a:rPr lang="en-US" b="true" sz="295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Challenge #3 - RAG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3FC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20635" y="416520"/>
            <a:ext cx="1100097" cy="9453959"/>
          </a:xfrm>
          <a:custGeom>
            <a:avLst/>
            <a:gdLst/>
            <a:ahLst/>
            <a:cxnLst/>
            <a:rect r="r" b="b" t="t" l="l"/>
            <a:pathLst>
              <a:path h="9453959" w="1100097">
                <a:moveTo>
                  <a:pt x="0" y="0"/>
                </a:moveTo>
                <a:lnTo>
                  <a:pt x="1100097" y="0"/>
                </a:lnTo>
                <a:lnTo>
                  <a:pt x="1100097" y="9453960"/>
                </a:lnTo>
                <a:lnTo>
                  <a:pt x="0" y="94539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010781" y="651297"/>
            <a:ext cx="9223333" cy="9219182"/>
            <a:chOff x="0" y="0"/>
            <a:chExt cx="2359339" cy="235827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59339" cy="2358277"/>
            </a:xfrm>
            <a:custGeom>
              <a:avLst/>
              <a:gdLst/>
              <a:ahLst/>
              <a:cxnLst/>
              <a:rect r="r" b="b" t="t" l="l"/>
              <a:pathLst>
                <a:path h="2358277" w="2359339">
                  <a:moveTo>
                    <a:pt x="26021" y="0"/>
                  </a:moveTo>
                  <a:lnTo>
                    <a:pt x="2333318" y="0"/>
                  </a:lnTo>
                  <a:cubicBezTo>
                    <a:pt x="2340219" y="0"/>
                    <a:pt x="2346838" y="2741"/>
                    <a:pt x="2351718" y="7621"/>
                  </a:cubicBezTo>
                  <a:cubicBezTo>
                    <a:pt x="2356598" y="12501"/>
                    <a:pt x="2359339" y="19120"/>
                    <a:pt x="2359339" y="26021"/>
                  </a:cubicBezTo>
                  <a:lnTo>
                    <a:pt x="2359339" y="2332256"/>
                  </a:lnTo>
                  <a:cubicBezTo>
                    <a:pt x="2359339" y="2346628"/>
                    <a:pt x="2347689" y="2358277"/>
                    <a:pt x="2333318" y="2358277"/>
                  </a:cubicBezTo>
                  <a:lnTo>
                    <a:pt x="26021" y="2358277"/>
                  </a:lnTo>
                  <a:cubicBezTo>
                    <a:pt x="11650" y="2358277"/>
                    <a:pt x="0" y="2346628"/>
                    <a:pt x="0" y="2332256"/>
                  </a:cubicBezTo>
                  <a:lnTo>
                    <a:pt x="0" y="26021"/>
                  </a:lnTo>
                  <a:cubicBezTo>
                    <a:pt x="0" y="11650"/>
                    <a:pt x="11650" y="0"/>
                    <a:pt x="26021" y="0"/>
                  </a:cubicBezTo>
                  <a:close/>
                </a:path>
              </a:pathLst>
            </a:custGeom>
            <a:solidFill>
              <a:srgbClr val="2D2828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9525"/>
              <a:ext cx="2359339" cy="2348752"/>
            </a:xfrm>
            <a:prstGeom prst="rect">
              <a:avLst/>
            </a:prstGeom>
          </p:spPr>
          <p:txBody>
            <a:bodyPr anchor="ctr" rtlCol="false" tIns="16345" lIns="16345" bIns="16345" rIns="16345"/>
            <a:lstStyle/>
            <a:p>
              <a:pPr algn="ctr">
                <a:lnSpc>
                  <a:spcPts val="2288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147910" y="0"/>
            <a:ext cx="9248603" cy="10287000"/>
            <a:chOff x="0" y="0"/>
            <a:chExt cx="2365803" cy="263142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65803" cy="2631426"/>
            </a:xfrm>
            <a:custGeom>
              <a:avLst/>
              <a:gdLst/>
              <a:ahLst/>
              <a:cxnLst/>
              <a:rect r="r" b="b" t="t" l="l"/>
              <a:pathLst>
                <a:path h="2631426" w="2365803">
                  <a:moveTo>
                    <a:pt x="25950" y="0"/>
                  </a:moveTo>
                  <a:lnTo>
                    <a:pt x="2339854" y="0"/>
                  </a:lnTo>
                  <a:cubicBezTo>
                    <a:pt x="2346736" y="0"/>
                    <a:pt x="2353336" y="2734"/>
                    <a:pt x="2358203" y="7601"/>
                  </a:cubicBezTo>
                  <a:cubicBezTo>
                    <a:pt x="2363070" y="12467"/>
                    <a:pt x="2365803" y="19067"/>
                    <a:pt x="2365803" y="25950"/>
                  </a:cubicBezTo>
                  <a:lnTo>
                    <a:pt x="2365803" y="2605477"/>
                  </a:lnTo>
                  <a:cubicBezTo>
                    <a:pt x="2365803" y="2612359"/>
                    <a:pt x="2363070" y="2618959"/>
                    <a:pt x="2358203" y="2623826"/>
                  </a:cubicBezTo>
                  <a:cubicBezTo>
                    <a:pt x="2353336" y="2628692"/>
                    <a:pt x="2346736" y="2631426"/>
                    <a:pt x="2339854" y="2631426"/>
                  </a:cubicBezTo>
                  <a:lnTo>
                    <a:pt x="25950" y="2631426"/>
                  </a:lnTo>
                  <a:cubicBezTo>
                    <a:pt x="19067" y="2631426"/>
                    <a:pt x="12467" y="2628692"/>
                    <a:pt x="7601" y="2623826"/>
                  </a:cubicBezTo>
                  <a:cubicBezTo>
                    <a:pt x="2734" y="2618959"/>
                    <a:pt x="0" y="2612359"/>
                    <a:pt x="0" y="2605477"/>
                  </a:cubicBezTo>
                  <a:lnTo>
                    <a:pt x="0" y="25950"/>
                  </a:lnTo>
                  <a:cubicBezTo>
                    <a:pt x="0" y="19067"/>
                    <a:pt x="2734" y="12467"/>
                    <a:pt x="7601" y="7601"/>
                  </a:cubicBezTo>
                  <a:cubicBezTo>
                    <a:pt x="12467" y="2734"/>
                    <a:pt x="19067" y="0"/>
                    <a:pt x="25950" y="0"/>
                  </a:cubicBezTo>
                  <a:close/>
                </a:path>
              </a:pathLst>
            </a:custGeom>
            <a:solidFill>
              <a:srgbClr val="F5F1E1"/>
            </a:solidFill>
            <a:ln w="47625" cap="rnd">
              <a:solidFill>
                <a:srgbClr val="2D2828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9525"/>
              <a:ext cx="2365803" cy="2621901"/>
            </a:xfrm>
            <a:prstGeom prst="rect">
              <a:avLst/>
            </a:prstGeom>
          </p:spPr>
          <p:txBody>
            <a:bodyPr anchor="ctr" rtlCol="false" tIns="16345" lIns="16345" bIns="16345" rIns="16345"/>
            <a:lstStyle/>
            <a:p>
              <a:pPr algn="ctr">
                <a:lnSpc>
                  <a:spcPts val="2288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31734" y="514350"/>
            <a:ext cx="6172200" cy="9258300"/>
            <a:chOff x="0" y="0"/>
            <a:chExt cx="6350000" cy="9525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00" cy="9525000"/>
            </a:xfrm>
            <a:custGeom>
              <a:avLst/>
              <a:gdLst/>
              <a:ahLst/>
              <a:cxnLst/>
              <a:rect r="r" b="b" t="t" l="l"/>
              <a:pathLst>
                <a:path h="9525000" w="6350000">
                  <a:moveTo>
                    <a:pt x="0" y="9042400"/>
                  </a:moveTo>
                  <a:lnTo>
                    <a:pt x="0" y="482600"/>
                  </a:lnTo>
                  <a:cubicBezTo>
                    <a:pt x="0" y="215900"/>
                    <a:pt x="215900" y="0"/>
                    <a:pt x="482600" y="0"/>
                  </a:cubicBezTo>
                  <a:lnTo>
                    <a:pt x="5867400" y="0"/>
                  </a:lnTo>
                  <a:cubicBezTo>
                    <a:pt x="6134100" y="0"/>
                    <a:pt x="6350000" y="217170"/>
                    <a:pt x="6350000" y="482600"/>
                  </a:cubicBezTo>
                  <a:lnTo>
                    <a:pt x="6350000" y="9042400"/>
                  </a:lnTo>
                  <a:cubicBezTo>
                    <a:pt x="6350000" y="9309100"/>
                    <a:pt x="6134100" y="9525000"/>
                    <a:pt x="5867400" y="9525000"/>
                  </a:cubicBezTo>
                  <a:lnTo>
                    <a:pt x="482600" y="9525000"/>
                  </a:lnTo>
                  <a:cubicBezTo>
                    <a:pt x="217170" y="9525000"/>
                    <a:pt x="0" y="9309100"/>
                    <a:pt x="0" y="9042400"/>
                  </a:cubicBezTo>
                  <a:close/>
                </a:path>
              </a:pathLst>
            </a:custGeom>
            <a:blipFill>
              <a:blip r:embed="rId5"/>
              <a:stretch>
                <a:fillRect l="0" t="-1385" r="0" b="-19278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3383585">
            <a:off x="350949" y="299588"/>
            <a:ext cx="703419" cy="703419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5F1E1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553471">
            <a:off x="17315468" y="9202587"/>
            <a:ext cx="703419" cy="615492"/>
            <a:chOff x="0" y="0"/>
            <a:chExt cx="812800" cy="711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5F1E1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-9355170">
            <a:off x="-2225891" y="7134255"/>
            <a:ext cx="3946362" cy="2101438"/>
          </a:xfrm>
          <a:custGeom>
            <a:avLst/>
            <a:gdLst/>
            <a:ahLst/>
            <a:cxnLst/>
            <a:rect r="r" b="b" t="t" l="l"/>
            <a:pathLst>
              <a:path h="2101438" w="3946362">
                <a:moveTo>
                  <a:pt x="0" y="0"/>
                </a:moveTo>
                <a:lnTo>
                  <a:pt x="3946362" y="0"/>
                </a:lnTo>
                <a:lnTo>
                  <a:pt x="3946362" y="2101439"/>
                </a:lnTo>
                <a:lnTo>
                  <a:pt x="0" y="21014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5969786" y="6306222"/>
            <a:ext cx="2579028" cy="2579028"/>
          </a:xfrm>
          <a:custGeom>
            <a:avLst/>
            <a:gdLst/>
            <a:ahLst/>
            <a:cxnLst/>
            <a:rect r="r" b="b" t="t" l="l"/>
            <a:pathLst>
              <a:path h="2579028" w="2579028">
                <a:moveTo>
                  <a:pt x="0" y="0"/>
                </a:moveTo>
                <a:lnTo>
                  <a:pt x="2579028" y="0"/>
                </a:lnTo>
                <a:lnTo>
                  <a:pt x="2579028" y="2579028"/>
                </a:lnTo>
                <a:lnTo>
                  <a:pt x="0" y="25790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7777556" y="77981"/>
            <a:ext cx="5191639" cy="853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70"/>
              </a:lnSpc>
              <a:spcBef>
                <a:spcPct val="0"/>
              </a:spcBef>
            </a:pPr>
            <a:r>
              <a:rPr lang="en-US" sz="5121" b="true">
                <a:solidFill>
                  <a:srgbClr val="2D282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Topic Outline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1486405" y="3172827"/>
            <a:ext cx="2965581" cy="1758372"/>
            <a:chOff x="0" y="0"/>
            <a:chExt cx="3954108" cy="2344496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-228600"/>
              <a:ext cx="815476" cy="25730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209"/>
                </a:lnSpc>
                <a:spcBef>
                  <a:spcPct val="0"/>
                </a:spcBef>
              </a:pPr>
              <a:r>
                <a:rPr lang="en-US" sz="11578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}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868802" y="1108748"/>
              <a:ext cx="3085306" cy="5485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75"/>
                </a:lnSpc>
                <a:spcBef>
                  <a:spcPct val="0"/>
                </a:spcBef>
              </a:pPr>
              <a:r>
                <a:rPr lang="en-US" b="true" sz="2554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RAG workflow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098501" y="1028700"/>
            <a:ext cx="7347422" cy="9027182"/>
            <a:chOff x="0" y="0"/>
            <a:chExt cx="9796562" cy="12036242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833895" cy="833895"/>
              <a:chOff x="0" y="0"/>
              <a:chExt cx="812800" cy="8128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C900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2410" lIns="52410" bIns="52410" rIns="52410"/>
              <a:lstStyle/>
              <a:p>
                <a:pPr algn="ctr">
                  <a:lnSpc>
                    <a:spcPts val="3251"/>
                  </a:lnSpc>
                </a:pPr>
                <a:r>
                  <a:rPr lang="en-US" b="true" sz="2322">
                    <a:solidFill>
                      <a:srgbClr val="000000"/>
                    </a:solidFill>
                    <a:latin typeface="Open Sauce Bold"/>
                    <a:ea typeface="Open Sauce Bold"/>
                    <a:cs typeface="Open Sauce Bold"/>
                    <a:sym typeface="Open Sauce Bold"/>
                  </a:rPr>
                  <a:t>1</a:t>
                </a: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0" y="3370967"/>
              <a:ext cx="833895" cy="833895"/>
              <a:chOff x="0" y="0"/>
              <a:chExt cx="812800" cy="8128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C900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2410" lIns="52410" bIns="52410" rIns="52410"/>
              <a:lstStyle/>
              <a:p>
                <a:pPr algn="ctr">
                  <a:lnSpc>
                    <a:spcPts val="3251"/>
                  </a:lnSpc>
                </a:pPr>
                <a:r>
                  <a:rPr lang="en-US" b="true" sz="2322">
                    <a:solidFill>
                      <a:srgbClr val="000000"/>
                    </a:solidFill>
                    <a:latin typeface="Open Sauce Bold"/>
                    <a:ea typeface="Open Sauce Bold"/>
                    <a:cs typeface="Open Sauce Bold"/>
                    <a:sym typeface="Open Sauce Bold"/>
                  </a:rPr>
                  <a:t>4</a:t>
                </a: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0" y="4490646"/>
              <a:ext cx="833895" cy="833895"/>
              <a:chOff x="0" y="0"/>
              <a:chExt cx="812800" cy="8128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C900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2410" lIns="52410" bIns="52410" rIns="52410"/>
              <a:lstStyle/>
              <a:p>
                <a:pPr algn="ctr">
                  <a:lnSpc>
                    <a:spcPts val="3251"/>
                  </a:lnSpc>
                </a:pPr>
                <a:r>
                  <a:rPr lang="en-US" b="true" sz="2322">
                    <a:solidFill>
                      <a:srgbClr val="000000"/>
                    </a:solidFill>
                    <a:latin typeface="Open Sauce Bold"/>
                    <a:ea typeface="Open Sauce Bold"/>
                    <a:cs typeface="Open Sauce Bold"/>
                    <a:sym typeface="Open Sauce Bold"/>
                  </a:rPr>
                  <a:t>5</a:t>
                </a: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0" y="5610325"/>
              <a:ext cx="833895" cy="833895"/>
              <a:chOff x="0" y="0"/>
              <a:chExt cx="812800" cy="8128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C900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2410" lIns="52410" bIns="52410" rIns="52410"/>
              <a:lstStyle/>
              <a:p>
                <a:pPr algn="ctr">
                  <a:lnSpc>
                    <a:spcPts val="3251"/>
                  </a:lnSpc>
                </a:pPr>
                <a:r>
                  <a:rPr lang="en-US" b="true" sz="2322">
                    <a:solidFill>
                      <a:srgbClr val="000000"/>
                    </a:solidFill>
                    <a:latin typeface="Open Sauce Bold"/>
                    <a:ea typeface="Open Sauce Bold"/>
                    <a:cs typeface="Open Sauce Bold"/>
                    <a:sym typeface="Open Sauce Bold"/>
                  </a:rPr>
                  <a:t>6</a:t>
                </a: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0" y="6730004"/>
              <a:ext cx="833895" cy="833895"/>
              <a:chOff x="0" y="0"/>
              <a:chExt cx="812800" cy="8128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C900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2410" lIns="52410" bIns="52410" rIns="52410"/>
              <a:lstStyle/>
              <a:p>
                <a:pPr algn="ctr">
                  <a:lnSpc>
                    <a:spcPts val="3251"/>
                  </a:lnSpc>
                </a:pPr>
                <a:r>
                  <a:rPr lang="en-US" b="true" sz="2322">
                    <a:solidFill>
                      <a:srgbClr val="000000"/>
                    </a:solidFill>
                    <a:latin typeface="Open Sauce Bold"/>
                    <a:ea typeface="Open Sauce Bold"/>
                    <a:cs typeface="Open Sauce Bold"/>
                    <a:sym typeface="Open Sauce Bold"/>
                  </a:rPr>
                  <a:t>7</a:t>
                </a: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0" y="7849683"/>
              <a:ext cx="833895" cy="833895"/>
              <a:chOff x="0" y="0"/>
              <a:chExt cx="812800" cy="8128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C900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2410" lIns="52410" bIns="52410" rIns="52410"/>
              <a:lstStyle/>
              <a:p>
                <a:pPr algn="ctr">
                  <a:lnSpc>
                    <a:spcPts val="3251"/>
                  </a:lnSpc>
                </a:pPr>
                <a:r>
                  <a:rPr lang="en-US" b="true" sz="2322">
                    <a:solidFill>
                      <a:srgbClr val="000000"/>
                    </a:solidFill>
                    <a:latin typeface="Open Sauce Bold"/>
                    <a:ea typeface="Open Sauce Bold"/>
                    <a:cs typeface="Open Sauce Bold"/>
                    <a:sym typeface="Open Sauce Bold"/>
                  </a:rPr>
                  <a:t>8</a:t>
                </a:r>
              </a:p>
            </p:txBody>
          </p:sp>
        </p:grpSp>
        <p:sp>
          <p:nvSpPr>
            <p:cNvPr name="TextBox 42" id="42"/>
            <p:cNvSpPr txBox="true"/>
            <p:nvPr/>
          </p:nvSpPr>
          <p:spPr>
            <a:xfrm rot="0">
              <a:off x="1104018" y="27386"/>
              <a:ext cx="8692544" cy="7124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14"/>
                </a:lnSpc>
              </a:pPr>
              <a:r>
                <a:rPr lang="en-US" sz="3224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Team Introduction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1104018" y="3398353"/>
              <a:ext cx="8692544" cy="7124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14"/>
                </a:lnSpc>
              </a:pPr>
              <a:r>
                <a:rPr lang="en-US" sz="3224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Web API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1104018" y="4518032"/>
              <a:ext cx="8692544" cy="7124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14"/>
                </a:lnSpc>
              </a:pPr>
              <a:r>
                <a:rPr lang="en-US" sz="3224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Summarizer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1104018" y="5637711"/>
              <a:ext cx="8692544" cy="7124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14"/>
                </a:lnSpc>
              </a:pPr>
              <a:r>
                <a:rPr lang="en-US" sz="3224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Text</a:t>
              </a:r>
            </a:p>
          </p:txBody>
        </p:sp>
        <p:sp>
          <p:nvSpPr>
            <p:cNvPr name="TextBox 46" id="46"/>
            <p:cNvSpPr txBox="true"/>
            <p:nvPr/>
          </p:nvSpPr>
          <p:spPr>
            <a:xfrm rot="0">
              <a:off x="1104018" y="7871818"/>
              <a:ext cx="8692544" cy="7124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14"/>
                </a:lnSpc>
              </a:pPr>
              <a:r>
                <a:rPr lang="en-US" sz="3224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Image</a:t>
              </a: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1104018" y="6757390"/>
              <a:ext cx="8692544" cy="7124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14"/>
                </a:lnSpc>
              </a:pPr>
              <a:r>
                <a:rPr lang="en-US" sz="3224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Video</a:t>
              </a:r>
            </a:p>
          </p:txBody>
        </p:sp>
        <p:grpSp>
          <p:nvGrpSpPr>
            <p:cNvPr name="Group 48" id="48"/>
            <p:cNvGrpSpPr/>
            <p:nvPr/>
          </p:nvGrpSpPr>
          <p:grpSpPr>
            <a:xfrm rot="0">
              <a:off x="0" y="8967238"/>
              <a:ext cx="833895" cy="833895"/>
              <a:chOff x="0" y="0"/>
              <a:chExt cx="812800" cy="812800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C900"/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2410" lIns="52410" bIns="52410" rIns="52410"/>
              <a:lstStyle/>
              <a:p>
                <a:pPr algn="ctr">
                  <a:lnSpc>
                    <a:spcPts val="3251"/>
                  </a:lnSpc>
                </a:pPr>
                <a:r>
                  <a:rPr lang="en-US" b="true" sz="2322">
                    <a:solidFill>
                      <a:srgbClr val="000000"/>
                    </a:solidFill>
                    <a:latin typeface="Open Sauce Bold"/>
                    <a:ea typeface="Open Sauce Bold"/>
                    <a:cs typeface="Open Sauce Bold"/>
                    <a:sym typeface="Open Sauce Bold"/>
                  </a:rPr>
                  <a:t>9</a:t>
                </a:r>
              </a:p>
            </p:txBody>
          </p:sp>
        </p:grpSp>
        <p:sp>
          <p:nvSpPr>
            <p:cNvPr name="TextBox 51" id="51"/>
            <p:cNvSpPr txBox="true"/>
            <p:nvPr/>
          </p:nvSpPr>
          <p:spPr>
            <a:xfrm rot="0">
              <a:off x="1104018" y="8989373"/>
              <a:ext cx="8692544" cy="7124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14"/>
                </a:lnSpc>
              </a:pPr>
              <a:r>
                <a:rPr lang="en-US" sz="3224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Meme</a:t>
              </a:r>
            </a:p>
          </p:txBody>
        </p:sp>
        <p:grpSp>
          <p:nvGrpSpPr>
            <p:cNvPr name="Group 52" id="52"/>
            <p:cNvGrpSpPr/>
            <p:nvPr/>
          </p:nvGrpSpPr>
          <p:grpSpPr>
            <a:xfrm rot="0">
              <a:off x="0" y="10084793"/>
              <a:ext cx="833895" cy="833895"/>
              <a:chOff x="0" y="0"/>
              <a:chExt cx="812800" cy="812800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C900"/>
              </a:solidFill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2410" lIns="52410" bIns="52410" rIns="52410"/>
              <a:lstStyle/>
              <a:p>
                <a:pPr algn="ctr">
                  <a:lnSpc>
                    <a:spcPts val="3251"/>
                  </a:lnSpc>
                </a:pPr>
                <a:r>
                  <a:rPr lang="en-US" b="true" sz="2322">
                    <a:solidFill>
                      <a:srgbClr val="000000"/>
                    </a:solidFill>
                    <a:latin typeface="Open Sauce Bold"/>
                    <a:ea typeface="Open Sauce Bold"/>
                    <a:cs typeface="Open Sauce Bold"/>
                    <a:sym typeface="Open Sauce Bold"/>
                  </a:rPr>
                  <a:t>10</a:t>
                </a:r>
              </a:p>
            </p:txBody>
          </p:sp>
        </p:grpSp>
        <p:sp>
          <p:nvSpPr>
            <p:cNvPr name="TextBox 55" id="55"/>
            <p:cNvSpPr txBox="true"/>
            <p:nvPr/>
          </p:nvSpPr>
          <p:spPr>
            <a:xfrm rot="0">
              <a:off x="1104018" y="10106928"/>
              <a:ext cx="8692544" cy="7124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14"/>
                </a:lnSpc>
              </a:pPr>
              <a:r>
                <a:rPr lang="en-US" sz="3224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Future enhancements</a:t>
              </a:r>
            </a:p>
          </p:txBody>
        </p:sp>
        <p:grpSp>
          <p:nvGrpSpPr>
            <p:cNvPr name="Group 56" id="56"/>
            <p:cNvGrpSpPr/>
            <p:nvPr/>
          </p:nvGrpSpPr>
          <p:grpSpPr>
            <a:xfrm rot="0">
              <a:off x="0" y="11202347"/>
              <a:ext cx="833895" cy="833895"/>
              <a:chOff x="0" y="0"/>
              <a:chExt cx="812800" cy="812800"/>
            </a:xfrm>
          </p:grpSpPr>
          <p:sp>
            <p:nvSpPr>
              <p:cNvPr name="Freeform 57" id="5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C900"/>
              </a:solidFill>
            </p:spPr>
          </p:sp>
          <p:sp>
            <p:nvSpPr>
              <p:cNvPr name="TextBox 58" id="5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2410" lIns="52410" bIns="52410" rIns="52410"/>
              <a:lstStyle/>
              <a:p>
                <a:pPr algn="ctr">
                  <a:lnSpc>
                    <a:spcPts val="3251"/>
                  </a:lnSpc>
                </a:pPr>
                <a:r>
                  <a:rPr lang="en-US" b="true" sz="2322">
                    <a:solidFill>
                      <a:srgbClr val="000000"/>
                    </a:solidFill>
                    <a:latin typeface="Open Sauce Bold"/>
                    <a:ea typeface="Open Sauce Bold"/>
                    <a:cs typeface="Open Sauce Bold"/>
                    <a:sym typeface="Open Sauce Bold"/>
                  </a:rPr>
                  <a:t>11</a:t>
                </a:r>
              </a:p>
            </p:txBody>
          </p:sp>
        </p:grpSp>
        <p:sp>
          <p:nvSpPr>
            <p:cNvPr name="TextBox 59" id="59"/>
            <p:cNvSpPr txBox="true"/>
            <p:nvPr/>
          </p:nvSpPr>
          <p:spPr>
            <a:xfrm rot="0">
              <a:off x="1104018" y="11224482"/>
              <a:ext cx="8692544" cy="7124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14"/>
                </a:lnSpc>
              </a:pPr>
              <a:r>
                <a:rPr lang="en-US" sz="3224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Demo video</a:t>
              </a:r>
            </a:p>
          </p:txBody>
        </p:sp>
        <p:grpSp>
          <p:nvGrpSpPr>
            <p:cNvPr name="Group 60" id="60"/>
            <p:cNvGrpSpPr/>
            <p:nvPr/>
          </p:nvGrpSpPr>
          <p:grpSpPr>
            <a:xfrm rot="0">
              <a:off x="0" y="1123656"/>
              <a:ext cx="833895" cy="833895"/>
              <a:chOff x="0" y="0"/>
              <a:chExt cx="812800" cy="812800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C900"/>
              </a:solidFill>
            </p:spPr>
          </p:sp>
          <p:sp>
            <p:nvSpPr>
              <p:cNvPr name="TextBox 62" id="62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2410" lIns="52410" bIns="52410" rIns="52410"/>
              <a:lstStyle/>
              <a:p>
                <a:pPr algn="ctr">
                  <a:lnSpc>
                    <a:spcPts val="3251"/>
                  </a:lnSpc>
                </a:pPr>
                <a:r>
                  <a:rPr lang="en-US" b="true" sz="2322">
                    <a:solidFill>
                      <a:srgbClr val="000000"/>
                    </a:solidFill>
                    <a:latin typeface="Open Sauce Bold"/>
                    <a:ea typeface="Open Sauce Bold"/>
                    <a:cs typeface="Open Sauce Bold"/>
                    <a:sym typeface="Open Sauce Bold"/>
                  </a:rPr>
                  <a:t>2</a:t>
                </a:r>
              </a:p>
            </p:txBody>
          </p:sp>
        </p:grpSp>
        <p:sp>
          <p:nvSpPr>
            <p:cNvPr name="TextBox 63" id="63"/>
            <p:cNvSpPr txBox="true"/>
            <p:nvPr/>
          </p:nvSpPr>
          <p:spPr>
            <a:xfrm rot="0">
              <a:off x="1104018" y="1151042"/>
              <a:ext cx="8692544" cy="7124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14"/>
                </a:lnSpc>
              </a:pPr>
              <a:r>
                <a:rPr lang="en-US" sz="3224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Problem statement</a:t>
              </a:r>
            </a:p>
          </p:txBody>
        </p:sp>
        <p:grpSp>
          <p:nvGrpSpPr>
            <p:cNvPr name="Group 64" id="64"/>
            <p:cNvGrpSpPr/>
            <p:nvPr/>
          </p:nvGrpSpPr>
          <p:grpSpPr>
            <a:xfrm rot="0">
              <a:off x="0" y="2247311"/>
              <a:ext cx="833895" cy="833895"/>
              <a:chOff x="0" y="0"/>
              <a:chExt cx="812800" cy="812800"/>
            </a:xfrm>
          </p:grpSpPr>
          <p:sp>
            <p:nvSpPr>
              <p:cNvPr name="Freeform 65" id="6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C900"/>
              </a:solidFill>
            </p:spPr>
          </p:sp>
          <p:sp>
            <p:nvSpPr>
              <p:cNvPr name="TextBox 66" id="6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2410" lIns="52410" bIns="52410" rIns="52410"/>
              <a:lstStyle/>
              <a:p>
                <a:pPr algn="ctr">
                  <a:lnSpc>
                    <a:spcPts val="3251"/>
                  </a:lnSpc>
                </a:pPr>
                <a:r>
                  <a:rPr lang="en-US" b="true" sz="2322">
                    <a:solidFill>
                      <a:srgbClr val="000000"/>
                    </a:solidFill>
                    <a:latin typeface="Open Sauce Bold"/>
                    <a:ea typeface="Open Sauce Bold"/>
                    <a:cs typeface="Open Sauce Bold"/>
                    <a:sym typeface="Open Sauce Bold"/>
                  </a:rPr>
                  <a:t>3</a:t>
                </a:r>
              </a:p>
            </p:txBody>
          </p:sp>
        </p:grpSp>
        <p:sp>
          <p:nvSpPr>
            <p:cNvPr name="TextBox 67" id="67"/>
            <p:cNvSpPr txBox="true"/>
            <p:nvPr/>
          </p:nvSpPr>
          <p:spPr>
            <a:xfrm rot="0">
              <a:off x="1104018" y="2274697"/>
              <a:ext cx="8692544" cy="7124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14"/>
                </a:lnSpc>
              </a:pPr>
              <a:r>
                <a:rPr lang="en-US" sz="3224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Tech stack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A4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9454300">
            <a:off x="-2391240" y="673344"/>
            <a:ext cx="3946362" cy="2101438"/>
          </a:xfrm>
          <a:custGeom>
            <a:avLst/>
            <a:gdLst/>
            <a:ahLst/>
            <a:cxnLst/>
            <a:rect r="r" b="b" t="t" l="l"/>
            <a:pathLst>
              <a:path h="2101438" w="3946362">
                <a:moveTo>
                  <a:pt x="0" y="0"/>
                </a:moveTo>
                <a:lnTo>
                  <a:pt x="3946362" y="0"/>
                </a:lnTo>
                <a:lnTo>
                  <a:pt x="3946362" y="2101438"/>
                </a:lnTo>
                <a:lnTo>
                  <a:pt x="0" y="21014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301885">
            <a:off x="16314819" y="8058681"/>
            <a:ext cx="3946362" cy="2101438"/>
          </a:xfrm>
          <a:custGeom>
            <a:avLst/>
            <a:gdLst/>
            <a:ahLst/>
            <a:cxnLst/>
            <a:rect r="r" b="b" t="t" l="l"/>
            <a:pathLst>
              <a:path h="2101438" w="3946362">
                <a:moveTo>
                  <a:pt x="0" y="0"/>
                </a:moveTo>
                <a:lnTo>
                  <a:pt x="3946362" y="0"/>
                </a:lnTo>
                <a:lnTo>
                  <a:pt x="3946362" y="2101438"/>
                </a:lnTo>
                <a:lnTo>
                  <a:pt x="0" y="21014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771462" y="8614270"/>
            <a:ext cx="644030" cy="64403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90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3538" lIns="53538" bIns="53538" rIns="53538"/>
            <a:lstStyle/>
            <a:p>
              <a:pPr algn="ctr">
                <a:lnSpc>
                  <a:spcPts val="3251"/>
                </a:lnSpc>
              </a:pPr>
              <a:r>
                <a:rPr lang="en-US" b="true" sz="2322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4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-2977118">
            <a:off x="13334214" y="8906590"/>
            <a:ext cx="703419" cy="703419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5F1E1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490338">
            <a:off x="16907590" y="366338"/>
            <a:ext cx="703419" cy="615492"/>
            <a:chOff x="0" y="0"/>
            <a:chExt cx="812800" cy="711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5F1E1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7402010" y="0"/>
            <a:ext cx="920810" cy="92081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90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75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12427" y="1724063"/>
            <a:ext cx="16589583" cy="8084492"/>
            <a:chOff x="0" y="0"/>
            <a:chExt cx="22119443" cy="10779323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22119443" cy="10779323"/>
              <a:chOff x="0" y="0"/>
              <a:chExt cx="4369273" cy="2129249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4369273" cy="2129249"/>
              </a:xfrm>
              <a:custGeom>
                <a:avLst/>
                <a:gdLst/>
                <a:ahLst/>
                <a:cxnLst/>
                <a:rect r="r" b="b" t="t" l="l"/>
                <a:pathLst>
                  <a:path h="2129249" w="4369273">
                    <a:moveTo>
                      <a:pt x="23800" y="0"/>
                    </a:moveTo>
                    <a:lnTo>
                      <a:pt x="4345472" y="0"/>
                    </a:lnTo>
                    <a:cubicBezTo>
                      <a:pt x="4351785" y="0"/>
                      <a:pt x="4357838" y="2508"/>
                      <a:pt x="4362302" y="6971"/>
                    </a:cubicBezTo>
                    <a:cubicBezTo>
                      <a:pt x="4366765" y="11434"/>
                      <a:pt x="4369273" y="17488"/>
                      <a:pt x="4369273" y="23800"/>
                    </a:cubicBezTo>
                    <a:lnTo>
                      <a:pt x="4369273" y="2105449"/>
                    </a:lnTo>
                    <a:cubicBezTo>
                      <a:pt x="4369273" y="2111761"/>
                      <a:pt x="4366765" y="2117815"/>
                      <a:pt x="4362302" y="2122278"/>
                    </a:cubicBezTo>
                    <a:cubicBezTo>
                      <a:pt x="4357838" y="2126742"/>
                      <a:pt x="4351785" y="2129249"/>
                      <a:pt x="4345472" y="2129249"/>
                    </a:cubicBezTo>
                    <a:lnTo>
                      <a:pt x="23800" y="2129249"/>
                    </a:lnTo>
                    <a:cubicBezTo>
                      <a:pt x="10656" y="2129249"/>
                      <a:pt x="0" y="2118593"/>
                      <a:pt x="0" y="2105449"/>
                    </a:cubicBezTo>
                    <a:lnTo>
                      <a:pt x="0" y="23800"/>
                    </a:lnTo>
                    <a:cubicBezTo>
                      <a:pt x="0" y="17488"/>
                      <a:pt x="2508" y="11434"/>
                      <a:pt x="6971" y="6971"/>
                    </a:cubicBezTo>
                    <a:cubicBezTo>
                      <a:pt x="11434" y="2508"/>
                      <a:pt x="17488" y="0"/>
                      <a:pt x="23800" y="0"/>
                    </a:cubicBezTo>
                    <a:close/>
                  </a:path>
                </a:pathLst>
              </a:custGeom>
              <a:solidFill>
                <a:srgbClr val="00FFBB"/>
              </a:solidFill>
              <a:ln w="2857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4369273" cy="216734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75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697107" y="609054"/>
              <a:ext cx="4114800" cy="4114800"/>
              <a:chOff x="0" y="0"/>
              <a:chExt cx="812800" cy="8128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 l="0" t="0" r="0" b="0"/>
                </a:stretch>
              </a:blipFill>
              <a:ln w="66675" cap="sq">
                <a:solidFill>
                  <a:srgbClr val="000000"/>
                </a:solidFill>
                <a:prstDash val="solid"/>
                <a:miter/>
              </a:ln>
            </p:spPr>
          </p:sp>
        </p:grpSp>
        <p:grpSp>
          <p:nvGrpSpPr>
            <p:cNvPr name="Group 22" id="22"/>
            <p:cNvGrpSpPr/>
            <p:nvPr/>
          </p:nvGrpSpPr>
          <p:grpSpPr>
            <a:xfrm rot="0">
              <a:off x="4999297" y="5593238"/>
              <a:ext cx="4114800" cy="4114800"/>
              <a:chOff x="0" y="0"/>
              <a:chExt cx="812800" cy="8128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6"/>
                <a:stretch>
                  <a:fillRect l="0" t="0" r="0" b="0"/>
                </a:stretch>
              </a:blipFill>
              <a:ln w="66675" cap="sq">
                <a:solidFill>
                  <a:srgbClr val="000000"/>
                </a:solidFill>
                <a:prstDash val="solid"/>
                <a:miter/>
              </a:ln>
            </p:spPr>
          </p:sp>
        </p:grpSp>
        <p:grpSp>
          <p:nvGrpSpPr>
            <p:cNvPr name="Group 24" id="24"/>
            <p:cNvGrpSpPr/>
            <p:nvPr/>
          </p:nvGrpSpPr>
          <p:grpSpPr>
            <a:xfrm rot="0">
              <a:off x="13255122" y="5593238"/>
              <a:ext cx="4114800" cy="4114800"/>
              <a:chOff x="0" y="0"/>
              <a:chExt cx="812800" cy="8128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7"/>
                <a:stretch>
                  <a:fillRect l="0" t="0" r="0" b="0"/>
                </a:stretch>
              </a:blipFill>
              <a:ln w="66675" cap="sq">
                <a:solidFill>
                  <a:srgbClr val="000000"/>
                </a:solidFill>
                <a:prstDash val="solid"/>
                <a:miter/>
              </a:ln>
            </p:spPr>
          </p:sp>
        </p:grpSp>
        <p:grpSp>
          <p:nvGrpSpPr>
            <p:cNvPr name="Group 26" id="26"/>
            <p:cNvGrpSpPr/>
            <p:nvPr/>
          </p:nvGrpSpPr>
          <p:grpSpPr>
            <a:xfrm rot="0">
              <a:off x="17145937" y="609054"/>
              <a:ext cx="4114800" cy="4114800"/>
              <a:chOff x="0" y="0"/>
              <a:chExt cx="812800" cy="8128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8"/>
                <a:stretch>
                  <a:fillRect l="0" t="0" r="0" b="0"/>
                </a:stretch>
              </a:blipFill>
              <a:ln w="66675" cap="sq">
                <a:solidFill>
                  <a:srgbClr val="000000"/>
                </a:solidFill>
                <a:prstDash val="solid"/>
                <a:miter/>
              </a:ln>
            </p:spPr>
          </p:sp>
        </p:grpSp>
        <p:grpSp>
          <p:nvGrpSpPr>
            <p:cNvPr name="Group 28" id="28"/>
            <p:cNvGrpSpPr/>
            <p:nvPr/>
          </p:nvGrpSpPr>
          <p:grpSpPr>
            <a:xfrm rot="0">
              <a:off x="9033387" y="609054"/>
              <a:ext cx="4114800" cy="4114800"/>
              <a:chOff x="0" y="0"/>
              <a:chExt cx="812800" cy="8128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9"/>
                <a:stretch>
                  <a:fillRect l="0" t="-16555" r="0" b="-16555"/>
                </a:stretch>
              </a:blipFill>
              <a:ln w="66675" cap="sq">
                <a:solidFill>
                  <a:srgbClr val="000000"/>
                </a:solidFill>
                <a:prstDash val="solid"/>
                <a:miter/>
              </a:ln>
            </p:spPr>
          </p:sp>
        </p:grpSp>
        <p:sp>
          <p:nvSpPr>
            <p:cNvPr name="TextBox 30" id="30"/>
            <p:cNvSpPr txBox="true"/>
            <p:nvPr/>
          </p:nvSpPr>
          <p:spPr>
            <a:xfrm rot="0">
              <a:off x="697600" y="4685321"/>
              <a:ext cx="4308158" cy="11454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75"/>
                </a:lnSpc>
                <a:spcBef>
                  <a:spcPct val="0"/>
                </a:spcBef>
              </a:pPr>
              <a:r>
                <a:rPr lang="en-US" b="true" sz="2554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Peter Nelson Subrata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17175816" y="4685321"/>
              <a:ext cx="4308158" cy="11454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75"/>
                </a:lnSpc>
                <a:spcBef>
                  <a:spcPct val="0"/>
                </a:spcBef>
              </a:pPr>
              <a:r>
                <a:rPr lang="en-US" b="true" sz="2554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Vimukthi Weerabahu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4805940" y="9669938"/>
              <a:ext cx="4308158" cy="5485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75"/>
                </a:lnSpc>
                <a:spcBef>
                  <a:spcPct val="0"/>
                </a:spcBef>
              </a:pPr>
              <a:r>
                <a:rPr lang="en-US" b="true" sz="2554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Anubhav Patra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13061764" y="9677972"/>
              <a:ext cx="4308158" cy="5485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75"/>
                </a:lnSpc>
                <a:spcBef>
                  <a:spcPct val="0"/>
                </a:spcBef>
              </a:pPr>
              <a:r>
                <a:rPr lang="en-US" b="true" sz="2554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Leon Jayakusuma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7571158" y="4805166"/>
              <a:ext cx="7043281" cy="11454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75"/>
                </a:lnSpc>
                <a:spcBef>
                  <a:spcPct val="0"/>
                </a:spcBef>
              </a:pPr>
              <a:r>
                <a:rPr lang="en-US" b="true" sz="2554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Kulindu Chirantha Keeriwela Gamage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2548000" y="447097"/>
            <a:ext cx="13191999" cy="1276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66"/>
              </a:lnSpc>
              <a:spcBef>
                <a:spcPct val="0"/>
              </a:spcBef>
            </a:pPr>
            <a:r>
              <a:rPr lang="en-US" b="true" sz="7475">
                <a:solidFill>
                  <a:srgbClr val="2D282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Team Introduction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A4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9071438">
            <a:off x="15563615" y="8758426"/>
            <a:ext cx="3533060" cy="2005012"/>
          </a:xfrm>
          <a:custGeom>
            <a:avLst/>
            <a:gdLst/>
            <a:ahLst/>
            <a:cxnLst/>
            <a:rect r="r" b="b" t="t" l="l"/>
            <a:pathLst>
              <a:path h="2005012" w="3533060">
                <a:moveTo>
                  <a:pt x="0" y="0"/>
                </a:moveTo>
                <a:lnTo>
                  <a:pt x="3533060" y="0"/>
                </a:lnTo>
                <a:lnTo>
                  <a:pt x="3533060" y="2005012"/>
                </a:lnTo>
                <a:lnTo>
                  <a:pt x="0" y="20050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071438">
            <a:off x="-737830" y="-463550"/>
            <a:ext cx="3533060" cy="2005012"/>
          </a:xfrm>
          <a:custGeom>
            <a:avLst/>
            <a:gdLst/>
            <a:ahLst/>
            <a:cxnLst/>
            <a:rect r="r" b="b" t="t" l="l"/>
            <a:pathLst>
              <a:path h="2005012" w="3533060">
                <a:moveTo>
                  <a:pt x="0" y="0"/>
                </a:moveTo>
                <a:lnTo>
                  <a:pt x="3533060" y="0"/>
                </a:lnTo>
                <a:lnTo>
                  <a:pt x="3533060" y="2005012"/>
                </a:lnTo>
                <a:lnTo>
                  <a:pt x="0" y="20050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-2700000">
            <a:off x="280497" y="9310701"/>
            <a:ext cx="703419" cy="615492"/>
            <a:chOff x="0" y="0"/>
            <a:chExt cx="812800" cy="711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5F1E1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54245" y="1015810"/>
            <a:ext cx="16816480" cy="8831091"/>
            <a:chOff x="0" y="0"/>
            <a:chExt cx="1885369" cy="9900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85369" cy="990092"/>
            </a:xfrm>
            <a:custGeom>
              <a:avLst/>
              <a:gdLst/>
              <a:ahLst/>
              <a:cxnLst/>
              <a:rect r="r" b="b" t="t" l="l"/>
              <a:pathLst>
                <a:path h="990092" w="1885369">
                  <a:moveTo>
                    <a:pt x="17955" y="0"/>
                  </a:moveTo>
                  <a:lnTo>
                    <a:pt x="1867415" y="0"/>
                  </a:lnTo>
                  <a:cubicBezTo>
                    <a:pt x="1872177" y="0"/>
                    <a:pt x="1876743" y="1892"/>
                    <a:pt x="1880111" y="5259"/>
                  </a:cubicBezTo>
                  <a:cubicBezTo>
                    <a:pt x="1883478" y="8626"/>
                    <a:pt x="1885369" y="13193"/>
                    <a:pt x="1885369" y="17955"/>
                  </a:cubicBezTo>
                  <a:lnTo>
                    <a:pt x="1885369" y="972138"/>
                  </a:lnTo>
                  <a:cubicBezTo>
                    <a:pt x="1885369" y="976900"/>
                    <a:pt x="1883478" y="981467"/>
                    <a:pt x="1880111" y="984834"/>
                  </a:cubicBezTo>
                  <a:cubicBezTo>
                    <a:pt x="1876743" y="988201"/>
                    <a:pt x="1872177" y="990092"/>
                    <a:pt x="1867415" y="990092"/>
                  </a:cubicBezTo>
                  <a:lnTo>
                    <a:pt x="17955" y="990092"/>
                  </a:lnTo>
                  <a:cubicBezTo>
                    <a:pt x="13193" y="990092"/>
                    <a:pt x="8626" y="988201"/>
                    <a:pt x="5259" y="984834"/>
                  </a:cubicBezTo>
                  <a:cubicBezTo>
                    <a:pt x="1892" y="981467"/>
                    <a:pt x="0" y="976900"/>
                    <a:pt x="0" y="972138"/>
                  </a:cubicBezTo>
                  <a:lnTo>
                    <a:pt x="0" y="17955"/>
                  </a:lnTo>
                  <a:cubicBezTo>
                    <a:pt x="0" y="13193"/>
                    <a:pt x="1892" y="8626"/>
                    <a:pt x="5259" y="5259"/>
                  </a:cubicBezTo>
                  <a:cubicBezTo>
                    <a:pt x="8626" y="1892"/>
                    <a:pt x="13193" y="0"/>
                    <a:pt x="17955" y="0"/>
                  </a:cubicBezTo>
                  <a:close/>
                </a:path>
              </a:pathLst>
            </a:custGeom>
            <a:solidFill>
              <a:srgbClr val="2D2828"/>
            </a:solidFill>
            <a:ln w="47625" cap="rnd">
              <a:solidFill>
                <a:srgbClr val="2D2828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885369" cy="1028192"/>
            </a:xfrm>
            <a:prstGeom prst="rect">
              <a:avLst/>
            </a:prstGeom>
          </p:spPr>
          <p:txBody>
            <a:bodyPr anchor="ctr" rtlCol="false" tIns="61875" lIns="61875" bIns="61875" rIns="61875"/>
            <a:lstStyle/>
            <a:p>
              <a:pPr algn="ctr">
                <a:lnSpc>
                  <a:spcPts val="3575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553471">
            <a:off x="17304084" y="278535"/>
            <a:ext cx="703419" cy="615492"/>
            <a:chOff x="0" y="0"/>
            <a:chExt cx="812800" cy="711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5F1E1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60281" y="538956"/>
            <a:ext cx="17293494" cy="9115059"/>
            <a:chOff x="0" y="0"/>
            <a:chExt cx="1938850" cy="102192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38850" cy="1021929"/>
            </a:xfrm>
            <a:custGeom>
              <a:avLst/>
              <a:gdLst/>
              <a:ahLst/>
              <a:cxnLst/>
              <a:rect r="r" b="b" t="t" l="l"/>
              <a:pathLst>
                <a:path h="1021929" w="1938850">
                  <a:moveTo>
                    <a:pt x="17459" y="0"/>
                  </a:moveTo>
                  <a:lnTo>
                    <a:pt x="1921390" y="0"/>
                  </a:lnTo>
                  <a:cubicBezTo>
                    <a:pt x="1926021" y="0"/>
                    <a:pt x="1930462" y="1839"/>
                    <a:pt x="1933736" y="5114"/>
                  </a:cubicBezTo>
                  <a:cubicBezTo>
                    <a:pt x="1937010" y="8388"/>
                    <a:pt x="1938850" y="12829"/>
                    <a:pt x="1938850" y="17459"/>
                  </a:cubicBezTo>
                  <a:lnTo>
                    <a:pt x="1938850" y="1004470"/>
                  </a:lnTo>
                  <a:cubicBezTo>
                    <a:pt x="1938850" y="1009100"/>
                    <a:pt x="1937010" y="1013541"/>
                    <a:pt x="1933736" y="1016816"/>
                  </a:cubicBezTo>
                  <a:cubicBezTo>
                    <a:pt x="1930462" y="1020090"/>
                    <a:pt x="1926021" y="1021929"/>
                    <a:pt x="1921390" y="1021929"/>
                  </a:cubicBezTo>
                  <a:lnTo>
                    <a:pt x="17459" y="1021929"/>
                  </a:lnTo>
                  <a:cubicBezTo>
                    <a:pt x="7817" y="1021929"/>
                    <a:pt x="0" y="1014112"/>
                    <a:pt x="0" y="1004470"/>
                  </a:cubicBezTo>
                  <a:lnTo>
                    <a:pt x="0" y="17459"/>
                  </a:lnTo>
                  <a:cubicBezTo>
                    <a:pt x="0" y="7817"/>
                    <a:pt x="7817" y="0"/>
                    <a:pt x="17459" y="0"/>
                  </a:cubicBezTo>
                  <a:close/>
                </a:path>
              </a:pathLst>
            </a:custGeom>
            <a:solidFill>
              <a:srgbClr val="F5F1E1"/>
            </a:solidFill>
            <a:ln w="38100" cap="rnd">
              <a:solidFill>
                <a:srgbClr val="2D2828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938850" cy="1060029"/>
            </a:xfrm>
            <a:prstGeom prst="rect">
              <a:avLst/>
            </a:prstGeom>
          </p:spPr>
          <p:txBody>
            <a:bodyPr anchor="ctr" rtlCol="false" tIns="61875" lIns="61875" bIns="61875" rIns="61875"/>
            <a:lstStyle/>
            <a:p>
              <a:pPr algn="ctr">
                <a:lnSpc>
                  <a:spcPts val="3575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60777" y="1015810"/>
            <a:ext cx="329975" cy="329975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3FC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6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761714" y="1015810"/>
            <a:ext cx="329975" cy="329975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2A402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6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262650" y="1015810"/>
            <a:ext cx="329975" cy="329975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900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60"/>
                </a:lnSpc>
              </a:pPr>
            </a:p>
          </p:txBody>
        </p:sp>
      </p:grpSp>
      <p:sp>
        <p:nvSpPr>
          <p:cNvPr name="AutoShape 25" id="25"/>
          <p:cNvSpPr/>
          <p:nvPr/>
        </p:nvSpPr>
        <p:spPr>
          <a:xfrm>
            <a:off x="567522" y="1702697"/>
            <a:ext cx="1728625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6" id="26"/>
          <p:cNvSpPr txBox="true"/>
          <p:nvPr/>
        </p:nvSpPr>
        <p:spPr>
          <a:xfrm rot="0">
            <a:off x="2548000" y="1578872"/>
            <a:ext cx="13191999" cy="109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26"/>
              </a:lnSpc>
              <a:spcBef>
                <a:spcPct val="0"/>
              </a:spcBef>
            </a:pPr>
            <a:r>
              <a:rPr lang="en-US" b="true" sz="6375">
                <a:solidFill>
                  <a:srgbClr val="2D282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Problem Statement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425765" y="3007602"/>
            <a:ext cx="15680069" cy="3132089"/>
            <a:chOff x="0" y="0"/>
            <a:chExt cx="20906758" cy="4176118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20906758" cy="4176118"/>
              <a:chOff x="0" y="0"/>
              <a:chExt cx="4129730" cy="824912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4129730" cy="824912"/>
              </a:xfrm>
              <a:custGeom>
                <a:avLst/>
                <a:gdLst/>
                <a:ahLst/>
                <a:cxnLst/>
                <a:rect r="r" b="b" t="t" l="l"/>
                <a:pathLst>
                  <a:path h="824912" w="4129730">
                    <a:moveTo>
                      <a:pt x="25181" y="0"/>
                    </a:moveTo>
                    <a:lnTo>
                      <a:pt x="4104549" y="0"/>
                    </a:lnTo>
                    <a:cubicBezTo>
                      <a:pt x="4118456" y="0"/>
                      <a:pt x="4129730" y="11274"/>
                      <a:pt x="4129730" y="25181"/>
                    </a:cubicBezTo>
                    <a:lnTo>
                      <a:pt x="4129730" y="799731"/>
                    </a:lnTo>
                    <a:cubicBezTo>
                      <a:pt x="4129730" y="806410"/>
                      <a:pt x="4127077" y="812815"/>
                      <a:pt x="4122355" y="817537"/>
                    </a:cubicBezTo>
                    <a:cubicBezTo>
                      <a:pt x="4117632" y="822259"/>
                      <a:pt x="4111228" y="824912"/>
                      <a:pt x="4104549" y="824912"/>
                    </a:cubicBezTo>
                    <a:lnTo>
                      <a:pt x="25181" y="824912"/>
                    </a:lnTo>
                    <a:cubicBezTo>
                      <a:pt x="18502" y="824912"/>
                      <a:pt x="12098" y="822259"/>
                      <a:pt x="7375" y="817537"/>
                    </a:cubicBezTo>
                    <a:cubicBezTo>
                      <a:pt x="2653" y="812815"/>
                      <a:pt x="0" y="806410"/>
                      <a:pt x="0" y="799731"/>
                    </a:cubicBezTo>
                    <a:lnTo>
                      <a:pt x="0" y="25181"/>
                    </a:lnTo>
                    <a:cubicBezTo>
                      <a:pt x="0" y="18502"/>
                      <a:pt x="2653" y="12098"/>
                      <a:pt x="7375" y="7375"/>
                    </a:cubicBezTo>
                    <a:cubicBezTo>
                      <a:pt x="12098" y="2653"/>
                      <a:pt x="18502" y="0"/>
                      <a:pt x="25181" y="0"/>
                    </a:cubicBezTo>
                    <a:close/>
                  </a:path>
                </a:pathLst>
              </a:custGeom>
              <a:solidFill>
                <a:srgbClr val="EBEBEB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4129730" cy="86301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75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446680" y="192253"/>
              <a:ext cx="19986451" cy="36915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15"/>
                </a:lnSpc>
              </a:pPr>
              <a:r>
                <a:rPr lang="en-US" sz="2654" b="true">
                  <a:solidFill>
                    <a:srgbClr val="2D2828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"Individuals and businesses struggle to effectively engage audiences with timely, visually appealing, and platform-optimized content derived from news articles.</a:t>
              </a:r>
            </a:p>
            <a:p>
              <a:pPr algn="ctr">
                <a:lnSpc>
                  <a:spcPts val="3715"/>
                </a:lnSpc>
              </a:pPr>
            </a:p>
            <a:p>
              <a:pPr algn="ctr">
                <a:lnSpc>
                  <a:spcPts val="3715"/>
                </a:lnSpc>
                <a:spcBef>
                  <a:spcPct val="0"/>
                </a:spcBef>
              </a:pPr>
              <a:r>
                <a:rPr lang="en-US" b="true" sz="2654">
                  <a:solidFill>
                    <a:srgbClr val="2D2828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Crafting engaging media requires significant time, creativity and expertise, posing a challenge for content creators, marketers and organizations to maintain relevance and audience interest"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2280240" y="6636857"/>
            <a:ext cx="13971117" cy="2515284"/>
            <a:chOff x="0" y="0"/>
            <a:chExt cx="18628157" cy="3353712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18628157" cy="3353712"/>
              <a:chOff x="0" y="0"/>
              <a:chExt cx="3679636" cy="662462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3679636" cy="662462"/>
              </a:xfrm>
              <a:custGeom>
                <a:avLst/>
                <a:gdLst/>
                <a:ahLst/>
                <a:cxnLst/>
                <a:rect r="r" b="b" t="t" l="l"/>
                <a:pathLst>
                  <a:path h="662462" w="3679636">
                    <a:moveTo>
                      <a:pt x="28261" y="0"/>
                    </a:moveTo>
                    <a:lnTo>
                      <a:pt x="3651375" y="0"/>
                    </a:lnTo>
                    <a:cubicBezTo>
                      <a:pt x="3666983" y="0"/>
                      <a:pt x="3679636" y="12653"/>
                      <a:pt x="3679636" y="28261"/>
                    </a:cubicBezTo>
                    <a:lnTo>
                      <a:pt x="3679636" y="634201"/>
                    </a:lnTo>
                    <a:cubicBezTo>
                      <a:pt x="3679636" y="641696"/>
                      <a:pt x="3676659" y="648884"/>
                      <a:pt x="3671358" y="654184"/>
                    </a:cubicBezTo>
                    <a:cubicBezTo>
                      <a:pt x="3666058" y="659484"/>
                      <a:pt x="3658870" y="662462"/>
                      <a:pt x="3651375" y="662462"/>
                    </a:cubicBezTo>
                    <a:lnTo>
                      <a:pt x="28261" y="662462"/>
                    </a:lnTo>
                    <a:cubicBezTo>
                      <a:pt x="20766" y="662462"/>
                      <a:pt x="13577" y="659484"/>
                      <a:pt x="8277" y="654184"/>
                    </a:cubicBezTo>
                    <a:cubicBezTo>
                      <a:pt x="2977" y="648884"/>
                      <a:pt x="0" y="641696"/>
                      <a:pt x="0" y="634201"/>
                    </a:cubicBezTo>
                    <a:lnTo>
                      <a:pt x="0" y="28261"/>
                    </a:lnTo>
                    <a:cubicBezTo>
                      <a:pt x="0" y="20766"/>
                      <a:pt x="2977" y="13577"/>
                      <a:pt x="8277" y="8277"/>
                    </a:cubicBezTo>
                    <a:cubicBezTo>
                      <a:pt x="13577" y="2977"/>
                      <a:pt x="20766" y="0"/>
                      <a:pt x="28261" y="0"/>
                    </a:cubicBezTo>
                    <a:close/>
                  </a:path>
                </a:pathLst>
              </a:custGeom>
              <a:solidFill>
                <a:srgbClr val="FFC2EE"/>
              </a:solidFill>
              <a:ln w="28575" cap="rnd">
                <a:solidFill>
                  <a:srgbClr val="000000"/>
                </a:solidFill>
                <a:prstDash val="dash"/>
                <a:round/>
              </a:ln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38100"/>
                <a:ext cx="3679636" cy="70056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75"/>
                  </a:lnSpc>
                </a:pPr>
              </a:p>
            </p:txBody>
          </p:sp>
        </p:grpSp>
        <p:sp>
          <p:nvSpPr>
            <p:cNvPr name="TextBox 36" id="36"/>
            <p:cNvSpPr txBox="true"/>
            <p:nvPr/>
          </p:nvSpPr>
          <p:spPr>
            <a:xfrm rot="0">
              <a:off x="408840" y="639838"/>
              <a:ext cx="17281375" cy="20621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35"/>
                </a:lnSpc>
                <a:spcBef>
                  <a:spcPct val="0"/>
                </a:spcBef>
              </a:pPr>
              <a:r>
                <a:rPr lang="en-US" b="true" sz="2953">
                  <a:solidFill>
                    <a:srgbClr val="2D2828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Our application scours the internet for the latest news articles relevant to the prompt and creates text posts, images, videos and memes to engage all sorts of audience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A4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9071438">
            <a:off x="15563615" y="8758426"/>
            <a:ext cx="3533060" cy="2005012"/>
          </a:xfrm>
          <a:custGeom>
            <a:avLst/>
            <a:gdLst/>
            <a:ahLst/>
            <a:cxnLst/>
            <a:rect r="r" b="b" t="t" l="l"/>
            <a:pathLst>
              <a:path h="2005012" w="3533060">
                <a:moveTo>
                  <a:pt x="0" y="0"/>
                </a:moveTo>
                <a:lnTo>
                  <a:pt x="3533060" y="0"/>
                </a:lnTo>
                <a:lnTo>
                  <a:pt x="3533060" y="2005012"/>
                </a:lnTo>
                <a:lnTo>
                  <a:pt x="0" y="20050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071438">
            <a:off x="-737830" y="-463550"/>
            <a:ext cx="3533060" cy="2005012"/>
          </a:xfrm>
          <a:custGeom>
            <a:avLst/>
            <a:gdLst/>
            <a:ahLst/>
            <a:cxnLst/>
            <a:rect r="r" b="b" t="t" l="l"/>
            <a:pathLst>
              <a:path h="2005012" w="3533060">
                <a:moveTo>
                  <a:pt x="0" y="0"/>
                </a:moveTo>
                <a:lnTo>
                  <a:pt x="3533060" y="0"/>
                </a:lnTo>
                <a:lnTo>
                  <a:pt x="3533060" y="2005012"/>
                </a:lnTo>
                <a:lnTo>
                  <a:pt x="0" y="20050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-2700000">
            <a:off x="280497" y="9310701"/>
            <a:ext cx="703419" cy="615492"/>
            <a:chOff x="0" y="0"/>
            <a:chExt cx="812800" cy="711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5F1E1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54245" y="1015810"/>
            <a:ext cx="16816480" cy="8831091"/>
            <a:chOff x="0" y="0"/>
            <a:chExt cx="1885369" cy="9900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85369" cy="990092"/>
            </a:xfrm>
            <a:custGeom>
              <a:avLst/>
              <a:gdLst/>
              <a:ahLst/>
              <a:cxnLst/>
              <a:rect r="r" b="b" t="t" l="l"/>
              <a:pathLst>
                <a:path h="990092" w="1885369">
                  <a:moveTo>
                    <a:pt x="17955" y="0"/>
                  </a:moveTo>
                  <a:lnTo>
                    <a:pt x="1867415" y="0"/>
                  </a:lnTo>
                  <a:cubicBezTo>
                    <a:pt x="1872177" y="0"/>
                    <a:pt x="1876743" y="1892"/>
                    <a:pt x="1880111" y="5259"/>
                  </a:cubicBezTo>
                  <a:cubicBezTo>
                    <a:pt x="1883478" y="8626"/>
                    <a:pt x="1885369" y="13193"/>
                    <a:pt x="1885369" y="17955"/>
                  </a:cubicBezTo>
                  <a:lnTo>
                    <a:pt x="1885369" y="972138"/>
                  </a:lnTo>
                  <a:cubicBezTo>
                    <a:pt x="1885369" y="976900"/>
                    <a:pt x="1883478" y="981467"/>
                    <a:pt x="1880111" y="984834"/>
                  </a:cubicBezTo>
                  <a:cubicBezTo>
                    <a:pt x="1876743" y="988201"/>
                    <a:pt x="1872177" y="990092"/>
                    <a:pt x="1867415" y="990092"/>
                  </a:cubicBezTo>
                  <a:lnTo>
                    <a:pt x="17955" y="990092"/>
                  </a:lnTo>
                  <a:cubicBezTo>
                    <a:pt x="13193" y="990092"/>
                    <a:pt x="8626" y="988201"/>
                    <a:pt x="5259" y="984834"/>
                  </a:cubicBezTo>
                  <a:cubicBezTo>
                    <a:pt x="1892" y="981467"/>
                    <a:pt x="0" y="976900"/>
                    <a:pt x="0" y="972138"/>
                  </a:cubicBezTo>
                  <a:lnTo>
                    <a:pt x="0" y="17955"/>
                  </a:lnTo>
                  <a:cubicBezTo>
                    <a:pt x="0" y="13193"/>
                    <a:pt x="1892" y="8626"/>
                    <a:pt x="5259" y="5259"/>
                  </a:cubicBezTo>
                  <a:cubicBezTo>
                    <a:pt x="8626" y="1892"/>
                    <a:pt x="13193" y="0"/>
                    <a:pt x="17955" y="0"/>
                  </a:cubicBezTo>
                  <a:close/>
                </a:path>
              </a:pathLst>
            </a:custGeom>
            <a:solidFill>
              <a:srgbClr val="2D2828"/>
            </a:solidFill>
            <a:ln w="47625" cap="rnd">
              <a:solidFill>
                <a:srgbClr val="2D2828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885369" cy="1028192"/>
            </a:xfrm>
            <a:prstGeom prst="rect">
              <a:avLst/>
            </a:prstGeom>
          </p:spPr>
          <p:txBody>
            <a:bodyPr anchor="ctr" rtlCol="false" tIns="61875" lIns="61875" bIns="61875" rIns="61875"/>
            <a:lstStyle/>
            <a:p>
              <a:pPr algn="ctr">
                <a:lnSpc>
                  <a:spcPts val="3575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553471">
            <a:off x="17304084" y="278535"/>
            <a:ext cx="703419" cy="615492"/>
            <a:chOff x="0" y="0"/>
            <a:chExt cx="812800" cy="711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5F1E1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60281" y="538956"/>
            <a:ext cx="17293494" cy="9115059"/>
            <a:chOff x="0" y="0"/>
            <a:chExt cx="1938850" cy="102192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38850" cy="1021929"/>
            </a:xfrm>
            <a:custGeom>
              <a:avLst/>
              <a:gdLst/>
              <a:ahLst/>
              <a:cxnLst/>
              <a:rect r="r" b="b" t="t" l="l"/>
              <a:pathLst>
                <a:path h="1021929" w="1938850">
                  <a:moveTo>
                    <a:pt x="17459" y="0"/>
                  </a:moveTo>
                  <a:lnTo>
                    <a:pt x="1921390" y="0"/>
                  </a:lnTo>
                  <a:cubicBezTo>
                    <a:pt x="1926021" y="0"/>
                    <a:pt x="1930462" y="1839"/>
                    <a:pt x="1933736" y="5114"/>
                  </a:cubicBezTo>
                  <a:cubicBezTo>
                    <a:pt x="1937010" y="8388"/>
                    <a:pt x="1938850" y="12829"/>
                    <a:pt x="1938850" y="17459"/>
                  </a:cubicBezTo>
                  <a:lnTo>
                    <a:pt x="1938850" y="1004470"/>
                  </a:lnTo>
                  <a:cubicBezTo>
                    <a:pt x="1938850" y="1009100"/>
                    <a:pt x="1937010" y="1013541"/>
                    <a:pt x="1933736" y="1016816"/>
                  </a:cubicBezTo>
                  <a:cubicBezTo>
                    <a:pt x="1930462" y="1020090"/>
                    <a:pt x="1926021" y="1021929"/>
                    <a:pt x="1921390" y="1021929"/>
                  </a:cubicBezTo>
                  <a:lnTo>
                    <a:pt x="17459" y="1021929"/>
                  </a:lnTo>
                  <a:cubicBezTo>
                    <a:pt x="7817" y="1021929"/>
                    <a:pt x="0" y="1014112"/>
                    <a:pt x="0" y="1004470"/>
                  </a:cubicBezTo>
                  <a:lnTo>
                    <a:pt x="0" y="17459"/>
                  </a:lnTo>
                  <a:cubicBezTo>
                    <a:pt x="0" y="7817"/>
                    <a:pt x="7817" y="0"/>
                    <a:pt x="17459" y="0"/>
                  </a:cubicBezTo>
                  <a:close/>
                </a:path>
              </a:pathLst>
            </a:custGeom>
            <a:solidFill>
              <a:srgbClr val="F5F1E1"/>
            </a:solidFill>
            <a:ln w="38100" cap="rnd">
              <a:solidFill>
                <a:srgbClr val="2D2828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938850" cy="1060029"/>
            </a:xfrm>
            <a:prstGeom prst="rect">
              <a:avLst/>
            </a:prstGeom>
          </p:spPr>
          <p:txBody>
            <a:bodyPr anchor="ctr" rtlCol="false" tIns="61875" lIns="61875" bIns="61875" rIns="61875"/>
            <a:lstStyle/>
            <a:p>
              <a:pPr algn="ctr">
                <a:lnSpc>
                  <a:spcPts val="3575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60777" y="1015810"/>
            <a:ext cx="329975" cy="329975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3FC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6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761714" y="1015810"/>
            <a:ext cx="329975" cy="329975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2A402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6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262650" y="1015810"/>
            <a:ext cx="329975" cy="329975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900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60"/>
                </a:lnSpc>
              </a:pPr>
            </a:p>
          </p:txBody>
        </p:sp>
      </p:grpSp>
      <p:sp>
        <p:nvSpPr>
          <p:cNvPr name="AutoShape 25" id="25"/>
          <p:cNvSpPr/>
          <p:nvPr/>
        </p:nvSpPr>
        <p:spPr>
          <a:xfrm>
            <a:off x="567522" y="1702697"/>
            <a:ext cx="1728625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6" id="26"/>
          <p:cNvSpPr/>
          <p:nvPr/>
        </p:nvSpPr>
        <p:spPr>
          <a:xfrm flipH="false" flipV="false" rot="0">
            <a:off x="1590752" y="3007602"/>
            <a:ext cx="3917704" cy="1184663"/>
          </a:xfrm>
          <a:custGeom>
            <a:avLst/>
            <a:gdLst/>
            <a:ahLst/>
            <a:cxnLst/>
            <a:rect r="r" b="b" t="t" l="l"/>
            <a:pathLst>
              <a:path h="1184663" w="3917704">
                <a:moveTo>
                  <a:pt x="0" y="0"/>
                </a:moveTo>
                <a:lnTo>
                  <a:pt x="3917704" y="0"/>
                </a:lnTo>
                <a:lnTo>
                  <a:pt x="3917704" y="1184663"/>
                </a:lnTo>
                <a:lnTo>
                  <a:pt x="0" y="11846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76078" r="0" b="-71947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657671" y="4356610"/>
            <a:ext cx="1465751" cy="1465751"/>
          </a:xfrm>
          <a:custGeom>
            <a:avLst/>
            <a:gdLst/>
            <a:ahLst/>
            <a:cxnLst/>
            <a:rect r="r" b="b" t="t" l="l"/>
            <a:pathLst>
              <a:path h="1465751" w="1465751">
                <a:moveTo>
                  <a:pt x="0" y="0"/>
                </a:moveTo>
                <a:lnTo>
                  <a:pt x="1465752" y="0"/>
                </a:lnTo>
                <a:lnTo>
                  <a:pt x="1465752" y="1465752"/>
                </a:lnTo>
                <a:lnTo>
                  <a:pt x="0" y="14657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590752" y="6159167"/>
            <a:ext cx="4036187" cy="1513094"/>
          </a:xfrm>
          <a:custGeom>
            <a:avLst/>
            <a:gdLst/>
            <a:ahLst/>
            <a:cxnLst/>
            <a:rect r="r" b="b" t="t" l="l"/>
            <a:pathLst>
              <a:path h="1513094" w="4036187">
                <a:moveTo>
                  <a:pt x="0" y="0"/>
                </a:moveTo>
                <a:lnTo>
                  <a:pt x="4036188" y="0"/>
                </a:lnTo>
                <a:lnTo>
                  <a:pt x="4036188" y="1513094"/>
                </a:lnTo>
                <a:lnTo>
                  <a:pt x="0" y="15130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45701" r="0" b="-54361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0478655" y="5188977"/>
            <a:ext cx="4247777" cy="1138078"/>
          </a:xfrm>
          <a:custGeom>
            <a:avLst/>
            <a:gdLst/>
            <a:ahLst/>
            <a:cxnLst/>
            <a:rect r="r" b="b" t="t" l="l"/>
            <a:pathLst>
              <a:path h="1138078" w="4247777">
                <a:moveTo>
                  <a:pt x="0" y="0"/>
                </a:moveTo>
                <a:lnTo>
                  <a:pt x="4247777" y="0"/>
                </a:lnTo>
                <a:lnTo>
                  <a:pt x="4247777" y="1138079"/>
                </a:lnTo>
                <a:lnTo>
                  <a:pt x="0" y="11380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139369" r="0" b="-133871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0478655" y="6711928"/>
            <a:ext cx="2357036" cy="2357036"/>
          </a:xfrm>
          <a:custGeom>
            <a:avLst/>
            <a:gdLst/>
            <a:ahLst/>
            <a:cxnLst/>
            <a:rect r="r" b="b" t="t" l="l"/>
            <a:pathLst>
              <a:path h="2357036" w="2357036">
                <a:moveTo>
                  <a:pt x="0" y="0"/>
                </a:moveTo>
                <a:lnTo>
                  <a:pt x="2357036" y="0"/>
                </a:lnTo>
                <a:lnTo>
                  <a:pt x="2357036" y="2357036"/>
                </a:lnTo>
                <a:lnTo>
                  <a:pt x="0" y="235703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3206012" y="7206355"/>
            <a:ext cx="4053288" cy="1386651"/>
          </a:xfrm>
          <a:custGeom>
            <a:avLst/>
            <a:gdLst/>
            <a:ahLst/>
            <a:cxnLst/>
            <a:rect r="r" b="b" t="t" l="l"/>
            <a:pathLst>
              <a:path h="1386651" w="4053288">
                <a:moveTo>
                  <a:pt x="0" y="0"/>
                </a:moveTo>
                <a:lnTo>
                  <a:pt x="4053288" y="0"/>
                </a:lnTo>
                <a:lnTo>
                  <a:pt x="4053288" y="1386651"/>
                </a:lnTo>
                <a:lnTo>
                  <a:pt x="0" y="138665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33321" t="-73761" r="-34347" b="-71642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657671" y="8031223"/>
            <a:ext cx="6340708" cy="1244364"/>
          </a:xfrm>
          <a:custGeom>
            <a:avLst/>
            <a:gdLst/>
            <a:ahLst/>
            <a:cxnLst/>
            <a:rect r="r" b="b" t="t" l="l"/>
            <a:pathLst>
              <a:path h="1244364" w="6340708">
                <a:moveTo>
                  <a:pt x="0" y="0"/>
                </a:moveTo>
                <a:lnTo>
                  <a:pt x="6340709" y="0"/>
                </a:lnTo>
                <a:lnTo>
                  <a:pt x="6340709" y="1244364"/>
                </a:lnTo>
                <a:lnTo>
                  <a:pt x="0" y="124436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0478655" y="3007602"/>
            <a:ext cx="1865394" cy="1850269"/>
          </a:xfrm>
          <a:custGeom>
            <a:avLst/>
            <a:gdLst/>
            <a:ahLst/>
            <a:cxnLst/>
            <a:rect r="r" b="b" t="t" l="l"/>
            <a:pathLst>
              <a:path h="1850269" w="1865394">
                <a:moveTo>
                  <a:pt x="0" y="0"/>
                </a:moveTo>
                <a:lnTo>
                  <a:pt x="1865394" y="0"/>
                </a:lnTo>
                <a:lnTo>
                  <a:pt x="1865394" y="1850269"/>
                </a:lnTo>
                <a:lnTo>
                  <a:pt x="0" y="185026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2548000" y="1578872"/>
            <a:ext cx="13191999" cy="109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26"/>
              </a:lnSpc>
              <a:spcBef>
                <a:spcPct val="0"/>
              </a:spcBef>
            </a:pPr>
            <a:r>
              <a:rPr lang="en-US" b="true" sz="6375">
                <a:solidFill>
                  <a:srgbClr val="2D282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Tech Stack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3FC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288175">
            <a:off x="16174431" y="-22019"/>
            <a:ext cx="3946362" cy="2101438"/>
          </a:xfrm>
          <a:custGeom>
            <a:avLst/>
            <a:gdLst/>
            <a:ahLst/>
            <a:cxnLst/>
            <a:rect r="r" b="b" t="t" l="l"/>
            <a:pathLst>
              <a:path h="2101438" w="3946362">
                <a:moveTo>
                  <a:pt x="0" y="0"/>
                </a:moveTo>
                <a:lnTo>
                  <a:pt x="3946362" y="0"/>
                </a:lnTo>
                <a:lnTo>
                  <a:pt x="3946362" y="2101438"/>
                </a:lnTo>
                <a:lnTo>
                  <a:pt x="0" y="21014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8288175">
            <a:off x="-1881236" y="7885566"/>
            <a:ext cx="3946362" cy="2101438"/>
          </a:xfrm>
          <a:custGeom>
            <a:avLst/>
            <a:gdLst/>
            <a:ahLst/>
            <a:cxnLst/>
            <a:rect r="r" b="b" t="t" l="l"/>
            <a:pathLst>
              <a:path h="2101438" w="3946362">
                <a:moveTo>
                  <a:pt x="0" y="0"/>
                </a:moveTo>
                <a:lnTo>
                  <a:pt x="3946363" y="0"/>
                </a:lnTo>
                <a:lnTo>
                  <a:pt x="3946363" y="2101438"/>
                </a:lnTo>
                <a:lnTo>
                  <a:pt x="0" y="21014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-2977118">
            <a:off x="17237545" y="9302305"/>
            <a:ext cx="703419" cy="703419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5F1E1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54245" y="1015810"/>
            <a:ext cx="16816480" cy="8831091"/>
            <a:chOff x="0" y="0"/>
            <a:chExt cx="1885369" cy="9900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85369" cy="990092"/>
            </a:xfrm>
            <a:custGeom>
              <a:avLst/>
              <a:gdLst/>
              <a:ahLst/>
              <a:cxnLst/>
              <a:rect r="r" b="b" t="t" l="l"/>
              <a:pathLst>
                <a:path h="990092" w="1885369">
                  <a:moveTo>
                    <a:pt x="17955" y="0"/>
                  </a:moveTo>
                  <a:lnTo>
                    <a:pt x="1867415" y="0"/>
                  </a:lnTo>
                  <a:cubicBezTo>
                    <a:pt x="1872177" y="0"/>
                    <a:pt x="1876743" y="1892"/>
                    <a:pt x="1880111" y="5259"/>
                  </a:cubicBezTo>
                  <a:cubicBezTo>
                    <a:pt x="1883478" y="8626"/>
                    <a:pt x="1885369" y="13193"/>
                    <a:pt x="1885369" y="17955"/>
                  </a:cubicBezTo>
                  <a:lnTo>
                    <a:pt x="1885369" y="972138"/>
                  </a:lnTo>
                  <a:cubicBezTo>
                    <a:pt x="1885369" y="976900"/>
                    <a:pt x="1883478" y="981467"/>
                    <a:pt x="1880111" y="984834"/>
                  </a:cubicBezTo>
                  <a:cubicBezTo>
                    <a:pt x="1876743" y="988201"/>
                    <a:pt x="1872177" y="990092"/>
                    <a:pt x="1867415" y="990092"/>
                  </a:cubicBezTo>
                  <a:lnTo>
                    <a:pt x="17955" y="990092"/>
                  </a:lnTo>
                  <a:cubicBezTo>
                    <a:pt x="13193" y="990092"/>
                    <a:pt x="8626" y="988201"/>
                    <a:pt x="5259" y="984834"/>
                  </a:cubicBezTo>
                  <a:cubicBezTo>
                    <a:pt x="1892" y="981467"/>
                    <a:pt x="0" y="976900"/>
                    <a:pt x="0" y="972138"/>
                  </a:cubicBezTo>
                  <a:lnTo>
                    <a:pt x="0" y="17955"/>
                  </a:lnTo>
                  <a:cubicBezTo>
                    <a:pt x="0" y="13193"/>
                    <a:pt x="1892" y="8626"/>
                    <a:pt x="5259" y="5259"/>
                  </a:cubicBezTo>
                  <a:cubicBezTo>
                    <a:pt x="8626" y="1892"/>
                    <a:pt x="13193" y="0"/>
                    <a:pt x="17955" y="0"/>
                  </a:cubicBezTo>
                  <a:close/>
                </a:path>
              </a:pathLst>
            </a:custGeom>
            <a:solidFill>
              <a:srgbClr val="2D2828"/>
            </a:solidFill>
            <a:ln w="47625" cap="rnd">
              <a:solidFill>
                <a:srgbClr val="2D2828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885369" cy="1028192"/>
            </a:xfrm>
            <a:prstGeom prst="rect">
              <a:avLst/>
            </a:prstGeom>
          </p:spPr>
          <p:txBody>
            <a:bodyPr anchor="ctr" rtlCol="false" tIns="61875" lIns="61875" bIns="61875" rIns="61875"/>
            <a:lstStyle/>
            <a:p>
              <a:pPr algn="ctr">
                <a:lnSpc>
                  <a:spcPts val="3575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-2977118">
            <a:off x="208572" y="187247"/>
            <a:ext cx="703419" cy="703419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5F1E1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60281" y="538956"/>
            <a:ext cx="17293494" cy="9115059"/>
            <a:chOff x="0" y="0"/>
            <a:chExt cx="1938850" cy="102192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38850" cy="1021929"/>
            </a:xfrm>
            <a:custGeom>
              <a:avLst/>
              <a:gdLst/>
              <a:ahLst/>
              <a:cxnLst/>
              <a:rect r="r" b="b" t="t" l="l"/>
              <a:pathLst>
                <a:path h="1021929" w="1938850">
                  <a:moveTo>
                    <a:pt x="17459" y="0"/>
                  </a:moveTo>
                  <a:lnTo>
                    <a:pt x="1921390" y="0"/>
                  </a:lnTo>
                  <a:cubicBezTo>
                    <a:pt x="1926021" y="0"/>
                    <a:pt x="1930462" y="1839"/>
                    <a:pt x="1933736" y="5114"/>
                  </a:cubicBezTo>
                  <a:cubicBezTo>
                    <a:pt x="1937010" y="8388"/>
                    <a:pt x="1938850" y="12829"/>
                    <a:pt x="1938850" y="17459"/>
                  </a:cubicBezTo>
                  <a:lnTo>
                    <a:pt x="1938850" y="1004470"/>
                  </a:lnTo>
                  <a:cubicBezTo>
                    <a:pt x="1938850" y="1009100"/>
                    <a:pt x="1937010" y="1013541"/>
                    <a:pt x="1933736" y="1016816"/>
                  </a:cubicBezTo>
                  <a:cubicBezTo>
                    <a:pt x="1930462" y="1020090"/>
                    <a:pt x="1926021" y="1021929"/>
                    <a:pt x="1921390" y="1021929"/>
                  </a:cubicBezTo>
                  <a:lnTo>
                    <a:pt x="17459" y="1021929"/>
                  </a:lnTo>
                  <a:cubicBezTo>
                    <a:pt x="7817" y="1021929"/>
                    <a:pt x="0" y="1014112"/>
                    <a:pt x="0" y="1004470"/>
                  </a:cubicBezTo>
                  <a:lnTo>
                    <a:pt x="0" y="17459"/>
                  </a:lnTo>
                  <a:cubicBezTo>
                    <a:pt x="0" y="7817"/>
                    <a:pt x="7817" y="0"/>
                    <a:pt x="17459" y="0"/>
                  </a:cubicBezTo>
                  <a:close/>
                </a:path>
              </a:pathLst>
            </a:custGeom>
            <a:solidFill>
              <a:srgbClr val="F5F1E1"/>
            </a:solidFill>
            <a:ln w="38100" cap="rnd">
              <a:solidFill>
                <a:srgbClr val="2D2828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76200"/>
              <a:ext cx="1938850" cy="1098129"/>
            </a:xfrm>
            <a:prstGeom prst="rect">
              <a:avLst/>
            </a:prstGeom>
          </p:spPr>
          <p:txBody>
            <a:bodyPr anchor="ctr" rtlCol="false" tIns="61875" lIns="61875" bIns="61875" rIns="61875"/>
            <a:lstStyle/>
            <a:p>
              <a:pPr algn="ctr">
                <a:lnSpc>
                  <a:spcPts val="5255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60777" y="1015810"/>
            <a:ext cx="329975" cy="329975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3FC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6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761714" y="1015810"/>
            <a:ext cx="329975" cy="329975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2A402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6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262650" y="1015810"/>
            <a:ext cx="329975" cy="329975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900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60"/>
                </a:lnSpc>
              </a:pPr>
            </a:p>
          </p:txBody>
        </p:sp>
      </p:grpSp>
      <p:sp>
        <p:nvSpPr>
          <p:cNvPr name="AutoShape 25" id="25"/>
          <p:cNvSpPr/>
          <p:nvPr/>
        </p:nvSpPr>
        <p:spPr>
          <a:xfrm>
            <a:off x="567522" y="1702697"/>
            <a:ext cx="1728625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6" id="26"/>
          <p:cNvSpPr txBox="true"/>
          <p:nvPr/>
        </p:nvSpPr>
        <p:spPr>
          <a:xfrm rot="0">
            <a:off x="2548000" y="561682"/>
            <a:ext cx="13191999" cy="109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26"/>
              </a:lnSpc>
              <a:spcBef>
                <a:spcPct val="0"/>
              </a:spcBef>
            </a:pPr>
            <a:r>
              <a:rPr lang="en-US" b="true" sz="6375">
                <a:solidFill>
                  <a:srgbClr val="2D282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Web API using News API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7402010" y="0"/>
            <a:ext cx="920810" cy="920810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75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3239554" y="5991836"/>
            <a:ext cx="11934949" cy="1807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35"/>
              </a:lnSpc>
              <a:spcBef>
                <a:spcPct val="0"/>
              </a:spcBef>
            </a:pPr>
            <a:r>
              <a:rPr lang="en-US" b="true" sz="3453">
                <a:solidFill>
                  <a:srgbClr val="2D282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Search through millions of articles from over 150,000 large and small news sources and blogs.</a:t>
            </a:r>
          </a:p>
          <a:p>
            <a:pPr algn="ctr">
              <a:lnSpc>
                <a:spcPts val="4835"/>
              </a:lnSpc>
              <a:spcBef>
                <a:spcPct val="0"/>
              </a:spcBef>
            </a:pPr>
            <a:r>
              <a:rPr lang="en-US" b="true" sz="3453">
                <a:solidFill>
                  <a:srgbClr val="2D282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This endpoint suits article discovery and analysis.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1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9454300">
            <a:off x="289469" y="-842678"/>
            <a:ext cx="3946362" cy="2101438"/>
          </a:xfrm>
          <a:custGeom>
            <a:avLst/>
            <a:gdLst/>
            <a:ahLst/>
            <a:cxnLst/>
            <a:rect r="r" b="b" t="t" l="l"/>
            <a:pathLst>
              <a:path h="2101438" w="3946362">
                <a:moveTo>
                  <a:pt x="0" y="0"/>
                </a:moveTo>
                <a:lnTo>
                  <a:pt x="3946362" y="0"/>
                </a:lnTo>
                <a:lnTo>
                  <a:pt x="3946362" y="2101438"/>
                </a:lnTo>
                <a:lnTo>
                  <a:pt x="0" y="21014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8587610">
            <a:off x="13841959" y="9236281"/>
            <a:ext cx="3946362" cy="2101438"/>
          </a:xfrm>
          <a:custGeom>
            <a:avLst/>
            <a:gdLst/>
            <a:ahLst/>
            <a:cxnLst/>
            <a:rect r="r" b="b" t="t" l="l"/>
            <a:pathLst>
              <a:path h="2101438" w="3946362">
                <a:moveTo>
                  <a:pt x="0" y="0"/>
                </a:moveTo>
                <a:lnTo>
                  <a:pt x="3946362" y="0"/>
                </a:lnTo>
                <a:lnTo>
                  <a:pt x="3946362" y="2101438"/>
                </a:lnTo>
                <a:lnTo>
                  <a:pt x="0" y="21014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-2700000">
            <a:off x="280497" y="9310701"/>
            <a:ext cx="703419" cy="615492"/>
            <a:chOff x="0" y="0"/>
            <a:chExt cx="812800" cy="711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5F1E1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-2977118">
            <a:off x="17403368" y="333311"/>
            <a:ext cx="703419" cy="703419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5F1E1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54245" y="1015810"/>
            <a:ext cx="16816480" cy="8831091"/>
            <a:chOff x="0" y="0"/>
            <a:chExt cx="1885369" cy="99009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85369" cy="990092"/>
            </a:xfrm>
            <a:custGeom>
              <a:avLst/>
              <a:gdLst/>
              <a:ahLst/>
              <a:cxnLst/>
              <a:rect r="r" b="b" t="t" l="l"/>
              <a:pathLst>
                <a:path h="990092" w="1885369">
                  <a:moveTo>
                    <a:pt x="17955" y="0"/>
                  </a:moveTo>
                  <a:lnTo>
                    <a:pt x="1867415" y="0"/>
                  </a:lnTo>
                  <a:cubicBezTo>
                    <a:pt x="1872177" y="0"/>
                    <a:pt x="1876743" y="1892"/>
                    <a:pt x="1880111" y="5259"/>
                  </a:cubicBezTo>
                  <a:cubicBezTo>
                    <a:pt x="1883478" y="8626"/>
                    <a:pt x="1885369" y="13193"/>
                    <a:pt x="1885369" y="17955"/>
                  </a:cubicBezTo>
                  <a:lnTo>
                    <a:pt x="1885369" y="972138"/>
                  </a:lnTo>
                  <a:cubicBezTo>
                    <a:pt x="1885369" y="976900"/>
                    <a:pt x="1883478" y="981467"/>
                    <a:pt x="1880111" y="984834"/>
                  </a:cubicBezTo>
                  <a:cubicBezTo>
                    <a:pt x="1876743" y="988201"/>
                    <a:pt x="1872177" y="990092"/>
                    <a:pt x="1867415" y="990092"/>
                  </a:cubicBezTo>
                  <a:lnTo>
                    <a:pt x="17955" y="990092"/>
                  </a:lnTo>
                  <a:cubicBezTo>
                    <a:pt x="13193" y="990092"/>
                    <a:pt x="8626" y="988201"/>
                    <a:pt x="5259" y="984834"/>
                  </a:cubicBezTo>
                  <a:cubicBezTo>
                    <a:pt x="1892" y="981467"/>
                    <a:pt x="0" y="976900"/>
                    <a:pt x="0" y="972138"/>
                  </a:cubicBezTo>
                  <a:lnTo>
                    <a:pt x="0" y="17955"/>
                  </a:lnTo>
                  <a:cubicBezTo>
                    <a:pt x="0" y="13193"/>
                    <a:pt x="1892" y="8626"/>
                    <a:pt x="5259" y="5259"/>
                  </a:cubicBezTo>
                  <a:cubicBezTo>
                    <a:pt x="8626" y="1892"/>
                    <a:pt x="13193" y="0"/>
                    <a:pt x="17955" y="0"/>
                  </a:cubicBezTo>
                  <a:close/>
                </a:path>
              </a:pathLst>
            </a:custGeom>
            <a:solidFill>
              <a:srgbClr val="2D2828"/>
            </a:solidFill>
            <a:ln w="47625" cap="rnd">
              <a:solidFill>
                <a:srgbClr val="2D2828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885369" cy="1028192"/>
            </a:xfrm>
            <a:prstGeom prst="rect">
              <a:avLst/>
            </a:prstGeom>
          </p:spPr>
          <p:txBody>
            <a:bodyPr anchor="ctr" rtlCol="false" tIns="61875" lIns="61875" bIns="61875" rIns="61875"/>
            <a:lstStyle/>
            <a:p>
              <a:pPr algn="ctr">
                <a:lnSpc>
                  <a:spcPts val="3575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60281" y="538956"/>
            <a:ext cx="17293494" cy="9115059"/>
            <a:chOff x="0" y="0"/>
            <a:chExt cx="1938850" cy="102192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38850" cy="1021929"/>
            </a:xfrm>
            <a:custGeom>
              <a:avLst/>
              <a:gdLst/>
              <a:ahLst/>
              <a:cxnLst/>
              <a:rect r="r" b="b" t="t" l="l"/>
              <a:pathLst>
                <a:path h="1021929" w="1938850">
                  <a:moveTo>
                    <a:pt x="17459" y="0"/>
                  </a:moveTo>
                  <a:lnTo>
                    <a:pt x="1921390" y="0"/>
                  </a:lnTo>
                  <a:cubicBezTo>
                    <a:pt x="1926021" y="0"/>
                    <a:pt x="1930462" y="1839"/>
                    <a:pt x="1933736" y="5114"/>
                  </a:cubicBezTo>
                  <a:cubicBezTo>
                    <a:pt x="1937010" y="8388"/>
                    <a:pt x="1938850" y="12829"/>
                    <a:pt x="1938850" y="17459"/>
                  </a:cubicBezTo>
                  <a:lnTo>
                    <a:pt x="1938850" y="1004470"/>
                  </a:lnTo>
                  <a:cubicBezTo>
                    <a:pt x="1938850" y="1009100"/>
                    <a:pt x="1937010" y="1013541"/>
                    <a:pt x="1933736" y="1016816"/>
                  </a:cubicBezTo>
                  <a:cubicBezTo>
                    <a:pt x="1930462" y="1020090"/>
                    <a:pt x="1926021" y="1021929"/>
                    <a:pt x="1921390" y="1021929"/>
                  </a:cubicBezTo>
                  <a:lnTo>
                    <a:pt x="17459" y="1021929"/>
                  </a:lnTo>
                  <a:cubicBezTo>
                    <a:pt x="7817" y="1021929"/>
                    <a:pt x="0" y="1014112"/>
                    <a:pt x="0" y="1004470"/>
                  </a:cubicBezTo>
                  <a:lnTo>
                    <a:pt x="0" y="17459"/>
                  </a:lnTo>
                  <a:cubicBezTo>
                    <a:pt x="0" y="7817"/>
                    <a:pt x="7817" y="0"/>
                    <a:pt x="17459" y="0"/>
                  </a:cubicBezTo>
                  <a:close/>
                </a:path>
              </a:pathLst>
            </a:custGeom>
            <a:solidFill>
              <a:srgbClr val="F5F1E1"/>
            </a:solidFill>
            <a:ln w="38100" cap="rnd">
              <a:solidFill>
                <a:srgbClr val="2D2828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938850" cy="1060029"/>
            </a:xfrm>
            <a:prstGeom prst="rect">
              <a:avLst/>
            </a:prstGeom>
          </p:spPr>
          <p:txBody>
            <a:bodyPr anchor="ctr" rtlCol="false" tIns="61875" lIns="61875" bIns="61875" rIns="61875"/>
            <a:lstStyle/>
            <a:p>
              <a:pPr algn="ctr">
                <a:lnSpc>
                  <a:spcPts val="3575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60777" y="1015810"/>
            <a:ext cx="329975" cy="329975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3FC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6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761714" y="1015810"/>
            <a:ext cx="329975" cy="329975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2A402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6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262650" y="1015810"/>
            <a:ext cx="329975" cy="329975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900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60"/>
                </a:lnSpc>
              </a:pPr>
            </a:p>
          </p:txBody>
        </p:sp>
      </p:grpSp>
      <p:sp>
        <p:nvSpPr>
          <p:cNvPr name="AutoShape 25" id="25"/>
          <p:cNvSpPr/>
          <p:nvPr/>
        </p:nvSpPr>
        <p:spPr>
          <a:xfrm>
            <a:off x="567522" y="1702697"/>
            <a:ext cx="1728625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6" id="26"/>
          <p:cNvSpPr/>
          <p:nvPr/>
        </p:nvSpPr>
        <p:spPr>
          <a:xfrm flipH="false" flipV="false" rot="0">
            <a:off x="1780764" y="4040500"/>
            <a:ext cx="14635463" cy="3224163"/>
          </a:xfrm>
          <a:custGeom>
            <a:avLst/>
            <a:gdLst/>
            <a:ahLst/>
            <a:cxnLst/>
            <a:rect r="r" b="b" t="t" l="l"/>
            <a:pathLst>
              <a:path h="3224163" w="14635463">
                <a:moveTo>
                  <a:pt x="0" y="0"/>
                </a:moveTo>
                <a:lnTo>
                  <a:pt x="14635462" y="0"/>
                </a:lnTo>
                <a:lnTo>
                  <a:pt x="14635462" y="3224163"/>
                </a:lnTo>
                <a:lnTo>
                  <a:pt x="0" y="32241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634" r="0" b="-1634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2548000" y="1578872"/>
            <a:ext cx="13191999" cy="109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26"/>
              </a:lnSpc>
              <a:spcBef>
                <a:spcPct val="0"/>
              </a:spcBef>
            </a:pPr>
            <a:r>
              <a:rPr lang="en-US" b="true" sz="6375">
                <a:solidFill>
                  <a:srgbClr val="2D282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Summarizer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A4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9071438">
            <a:off x="15563615" y="8758426"/>
            <a:ext cx="3533060" cy="2005012"/>
          </a:xfrm>
          <a:custGeom>
            <a:avLst/>
            <a:gdLst/>
            <a:ahLst/>
            <a:cxnLst/>
            <a:rect r="r" b="b" t="t" l="l"/>
            <a:pathLst>
              <a:path h="2005012" w="3533060">
                <a:moveTo>
                  <a:pt x="0" y="0"/>
                </a:moveTo>
                <a:lnTo>
                  <a:pt x="3533060" y="0"/>
                </a:lnTo>
                <a:lnTo>
                  <a:pt x="3533060" y="2005012"/>
                </a:lnTo>
                <a:lnTo>
                  <a:pt x="0" y="20050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071438">
            <a:off x="-737830" y="-463550"/>
            <a:ext cx="3533060" cy="2005012"/>
          </a:xfrm>
          <a:custGeom>
            <a:avLst/>
            <a:gdLst/>
            <a:ahLst/>
            <a:cxnLst/>
            <a:rect r="r" b="b" t="t" l="l"/>
            <a:pathLst>
              <a:path h="2005012" w="3533060">
                <a:moveTo>
                  <a:pt x="0" y="0"/>
                </a:moveTo>
                <a:lnTo>
                  <a:pt x="3533060" y="0"/>
                </a:lnTo>
                <a:lnTo>
                  <a:pt x="3533060" y="2005012"/>
                </a:lnTo>
                <a:lnTo>
                  <a:pt x="0" y="20050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-2700000">
            <a:off x="280497" y="9310701"/>
            <a:ext cx="703419" cy="615492"/>
            <a:chOff x="0" y="0"/>
            <a:chExt cx="812800" cy="711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5F1E1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54245" y="1015810"/>
            <a:ext cx="16816480" cy="8831091"/>
            <a:chOff x="0" y="0"/>
            <a:chExt cx="1885369" cy="9900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85369" cy="990092"/>
            </a:xfrm>
            <a:custGeom>
              <a:avLst/>
              <a:gdLst/>
              <a:ahLst/>
              <a:cxnLst/>
              <a:rect r="r" b="b" t="t" l="l"/>
              <a:pathLst>
                <a:path h="990092" w="1885369">
                  <a:moveTo>
                    <a:pt x="17955" y="0"/>
                  </a:moveTo>
                  <a:lnTo>
                    <a:pt x="1867415" y="0"/>
                  </a:lnTo>
                  <a:cubicBezTo>
                    <a:pt x="1872177" y="0"/>
                    <a:pt x="1876743" y="1892"/>
                    <a:pt x="1880111" y="5259"/>
                  </a:cubicBezTo>
                  <a:cubicBezTo>
                    <a:pt x="1883478" y="8626"/>
                    <a:pt x="1885369" y="13193"/>
                    <a:pt x="1885369" y="17955"/>
                  </a:cubicBezTo>
                  <a:lnTo>
                    <a:pt x="1885369" y="972138"/>
                  </a:lnTo>
                  <a:cubicBezTo>
                    <a:pt x="1885369" y="976900"/>
                    <a:pt x="1883478" y="981467"/>
                    <a:pt x="1880111" y="984834"/>
                  </a:cubicBezTo>
                  <a:cubicBezTo>
                    <a:pt x="1876743" y="988201"/>
                    <a:pt x="1872177" y="990092"/>
                    <a:pt x="1867415" y="990092"/>
                  </a:cubicBezTo>
                  <a:lnTo>
                    <a:pt x="17955" y="990092"/>
                  </a:lnTo>
                  <a:cubicBezTo>
                    <a:pt x="13193" y="990092"/>
                    <a:pt x="8626" y="988201"/>
                    <a:pt x="5259" y="984834"/>
                  </a:cubicBezTo>
                  <a:cubicBezTo>
                    <a:pt x="1892" y="981467"/>
                    <a:pt x="0" y="976900"/>
                    <a:pt x="0" y="972138"/>
                  </a:cubicBezTo>
                  <a:lnTo>
                    <a:pt x="0" y="17955"/>
                  </a:lnTo>
                  <a:cubicBezTo>
                    <a:pt x="0" y="13193"/>
                    <a:pt x="1892" y="8626"/>
                    <a:pt x="5259" y="5259"/>
                  </a:cubicBezTo>
                  <a:cubicBezTo>
                    <a:pt x="8626" y="1892"/>
                    <a:pt x="13193" y="0"/>
                    <a:pt x="17955" y="0"/>
                  </a:cubicBezTo>
                  <a:close/>
                </a:path>
              </a:pathLst>
            </a:custGeom>
            <a:solidFill>
              <a:srgbClr val="2D2828"/>
            </a:solidFill>
            <a:ln w="47625" cap="rnd">
              <a:solidFill>
                <a:srgbClr val="2D2828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885369" cy="1028192"/>
            </a:xfrm>
            <a:prstGeom prst="rect">
              <a:avLst/>
            </a:prstGeom>
          </p:spPr>
          <p:txBody>
            <a:bodyPr anchor="ctr" rtlCol="false" tIns="61875" lIns="61875" bIns="61875" rIns="61875"/>
            <a:lstStyle/>
            <a:p>
              <a:pPr algn="ctr">
                <a:lnSpc>
                  <a:spcPts val="3575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553471">
            <a:off x="17304084" y="278535"/>
            <a:ext cx="703419" cy="615492"/>
            <a:chOff x="0" y="0"/>
            <a:chExt cx="812800" cy="711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5F1E1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60281" y="538956"/>
            <a:ext cx="17293494" cy="9115059"/>
            <a:chOff x="0" y="0"/>
            <a:chExt cx="1938850" cy="102192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38850" cy="1021929"/>
            </a:xfrm>
            <a:custGeom>
              <a:avLst/>
              <a:gdLst/>
              <a:ahLst/>
              <a:cxnLst/>
              <a:rect r="r" b="b" t="t" l="l"/>
              <a:pathLst>
                <a:path h="1021929" w="1938850">
                  <a:moveTo>
                    <a:pt x="17459" y="0"/>
                  </a:moveTo>
                  <a:lnTo>
                    <a:pt x="1921390" y="0"/>
                  </a:lnTo>
                  <a:cubicBezTo>
                    <a:pt x="1926021" y="0"/>
                    <a:pt x="1930462" y="1839"/>
                    <a:pt x="1933736" y="5114"/>
                  </a:cubicBezTo>
                  <a:cubicBezTo>
                    <a:pt x="1937010" y="8388"/>
                    <a:pt x="1938850" y="12829"/>
                    <a:pt x="1938850" y="17459"/>
                  </a:cubicBezTo>
                  <a:lnTo>
                    <a:pt x="1938850" y="1004470"/>
                  </a:lnTo>
                  <a:cubicBezTo>
                    <a:pt x="1938850" y="1009100"/>
                    <a:pt x="1937010" y="1013541"/>
                    <a:pt x="1933736" y="1016816"/>
                  </a:cubicBezTo>
                  <a:cubicBezTo>
                    <a:pt x="1930462" y="1020090"/>
                    <a:pt x="1926021" y="1021929"/>
                    <a:pt x="1921390" y="1021929"/>
                  </a:cubicBezTo>
                  <a:lnTo>
                    <a:pt x="17459" y="1021929"/>
                  </a:lnTo>
                  <a:cubicBezTo>
                    <a:pt x="7817" y="1021929"/>
                    <a:pt x="0" y="1014112"/>
                    <a:pt x="0" y="1004470"/>
                  </a:cubicBezTo>
                  <a:lnTo>
                    <a:pt x="0" y="17459"/>
                  </a:lnTo>
                  <a:cubicBezTo>
                    <a:pt x="0" y="7817"/>
                    <a:pt x="7817" y="0"/>
                    <a:pt x="17459" y="0"/>
                  </a:cubicBezTo>
                  <a:close/>
                </a:path>
              </a:pathLst>
            </a:custGeom>
            <a:solidFill>
              <a:srgbClr val="F5F1E1"/>
            </a:solidFill>
            <a:ln w="38100" cap="rnd">
              <a:solidFill>
                <a:srgbClr val="2D2828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938850" cy="1060029"/>
            </a:xfrm>
            <a:prstGeom prst="rect">
              <a:avLst/>
            </a:prstGeom>
          </p:spPr>
          <p:txBody>
            <a:bodyPr anchor="ctr" rtlCol="false" tIns="61875" lIns="61875" bIns="61875" rIns="61875"/>
            <a:lstStyle/>
            <a:p>
              <a:pPr algn="ctr">
                <a:lnSpc>
                  <a:spcPts val="3575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60777" y="1015810"/>
            <a:ext cx="329975" cy="329975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3FC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6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761714" y="1015810"/>
            <a:ext cx="329975" cy="329975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2A402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6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262650" y="1015810"/>
            <a:ext cx="329975" cy="329975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900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60"/>
                </a:lnSpc>
              </a:pPr>
            </a:p>
          </p:txBody>
        </p:sp>
      </p:grpSp>
      <p:sp>
        <p:nvSpPr>
          <p:cNvPr name="AutoShape 25" id="25"/>
          <p:cNvSpPr/>
          <p:nvPr/>
        </p:nvSpPr>
        <p:spPr>
          <a:xfrm>
            <a:off x="567522" y="1702697"/>
            <a:ext cx="1728625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6" id="26"/>
          <p:cNvSpPr/>
          <p:nvPr/>
        </p:nvSpPr>
        <p:spPr>
          <a:xfrm flipH="false" flipV="false" rot="0">
            <a:off x="-564245" y="5233582"/>
            <a:ext cx="2249053" cy="2249053"/>
          </a:xfrm>
          <a:custGeom>
            <a:avLst/>
            <a:gdLst/>
            <a:ahLst/>
            <a:cxnLst/>
            <a:rect r="r" b="b" t="t" l="l"/>
            <a:pathLst>
              <a:path h="2249053" w="2249053">
                <a:moveTo>
                  <a:pt x="0" y="0"/>
                </a:moveTo>
                <a:lnTo>
                  <a:pt x="2249053" y="0"/>
                </a:lnTo>
                <a:lnTo>
                  <a:pt x="2249053" y="2249052"/>
                </a:lnTo>
                <a:lnTo>
                  <a:pt x="0" y="22490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2548000" y="1578872"/>
            <a:ext cx="13191999" cy="109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26"/>
              </a:lnSpc>
              <a:spcBef>
                <a:spcPct val="0"/>
              </a:spcBef>
            </a:pPr>
            <a:r>
              <a:rPr lang="en-US" b="true" sz="6375">
                <a:solidFill>
                  <a:srgbClr val="2D282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Text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262650" y="2969502"/>
            <a:ext cx="14351974" cy="377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2578" indent="-331289" lvl="1">
              <a:lnSpc>
                <a:spcPts val="4296"/>
              </a:lnSpc>
              <a:buFont typeface="Arial"/>
              <a:buChar char="•"/>
            </a:pPr>
            <a:r>
              <a:rPr lang="en-US" b="true" sz="3068">
                <a:solidFill>
                  <a:srgbClr val="2D282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Prompt Adjustment: Adjusts input using the Groq API.</a:t>
            </a:r>
          </a:p>
          <a:p>
            <a:pPr algn="l" marL="662578" indent="-331289" lvl="1">
              <a:lnSpc>
                <a:spcPts val="4296"/>
              </a:lnSpc>
              <a:buFont typeface="Arial"/>
              <a:buChar char="•"/>
            </a:pPr>
            <a:r>
              <a:rPr lang="en-US" b="true" sz="3068">
                <a:solidFill>
                  <a:srgbClr val="2D282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Keyword Search: Generates keywords and queries NewsAPI if enabled.</a:t>
            </a:r>
          </a:p>
          <a:p>
            <a:pPr algn="l" marL="662578" indent="-331289" lvl="1">
              <a:lnSpc>
                <a:spcPts val="4296"/>
              </a:lnSpc>
              <a:buFont typeface="Arial"/>
              <a:buChar char="•"/>
            </a:pPr>
            <a:r>
              <a:rPr lang="en-US" b="true" sz="3068">
                <a:solidFill>
                  <a:srgbClr val="2D282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Content Creation: Combines prompt and optional news for Groq-based text generation.</a:t>
            </a:r>
          </a:p>
          <a:p>
            <a:pPr algn="l" marL="662578" indent="-331289" lvl="1">
              <a:lnSpc>
                <a:spcPts val="4296"/>
              </a:lnSpc>
              <a:buFont typeface="Arial"/>
              <a:buChar char="•"/>
            </a:pPr>
            <a:r>
              <a:rPr lang="en-US" b="true" sz="3068">
                <a:solidFill>
                  <a:srgbClr val="2D282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Response: Returns generated content and referenced news links (if any)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3453251" y="7259575"/>
            <a:ext cx="1845907" cy="1817653"/>
          </a:xfrm>
          <a:custGeom>
            <a:avLst/>
            <a:gdLst/>
            <a:ahLst/>
            <a:cxnLst/>
            <a:rect r="r" b="b" t="t" l="l"/>
            <a:pathLst>
              <a:path h="1817653" w="1845907">
                <a:moveTo>
                  <a:pt x="0" y="0"/>
                </a:moveTo>
                <a:lnTo>
                  <a:pt x="1845907" y="0"/>
                </a:lnTo>
                <a:lnTo>
                  <a:pt x="1845907" y="1817653"/>
                </a:lnTo>
                <a:lnTo>
                  <a:pt x="0" y="181765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3059687" y="7715062"/>
            <a:ext cx="1262693" cy="868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5"/>
              </a:lnSpc>
            </a:pPr>
            <a:r>
              <a:rPr lang="en-US" sz="2554" b="true">
                <a:solidFill>
                  <a:srgbClr val="2D282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User</a:t>
            </a:r>
          </a:p>
          <a:p>
            <a:pPr algn="ctr">
              <a:lnSpc>
                <a:spcPts val="3575"/>
              </a:lnSpc>
              <a:spcBef>
                <a:spcPct val="0"/>
              </a:spcBef>
            </a:pPr>
            <a:r>
              <a:rPr lang="en-US" b="true" sz="2554">
                <a:solidFill>
                  <a:srgbClr val="2D282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Prompt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4324930" y="7902989"/>
            <a:ext cx="2064375" cy="680651"/>
          </a:xfrm>
          <a:custGeom>
            <a:avLst/>
            <a:gdLst/>
            <a:ahLst/>
            <a:cxnLst/>
            <a:rect r="r" b="b" t="t" l="l"/>
            <a:pathLst>
              <a:path h="680651" w="2064375">
                <a:moveTo>
                  <a:pt x="0" y="0"/>
                </a:moveTo>
                <a:lnTo>
                  <a:pt x="2064375" y="0"/>
                </a:lnTo>
                <a:lnTo>
                  <a:pt x="2064375" y="680651"/>
                </a:lnTo>
                <a:lnTo>
                  <a:pt x="0" y="68065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233" r="0" b="-233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6573883" y="7475075"/>
            <a:ext cx="4053288" cy="1386651"/>
          </a:xfrm>
          <a:custGeom>
            <a:avLst/>
            <a:gdLst/>
            <a:ahLst/>
            <a:cxnLst/>
            <a:rect r="r" b="b" t="t" l="l"/>
            <a:pathLst>
              <a:path h="1386651" w="4053288">
                <a:moveTo>
                  <a:pt x="0" y="0"/>
                </a:moveTo>
                <a:lnTo>
                  <a:pt x="4053288" y="0"/>
                </a:lnTo>
                <a:lnTo>
                  <a:pt x="4053288" y="1386652"/>
                </a:lnTo>
                <a:lnTo>
                  <a:pt x="0" y="138665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33321" t="-73761" r="-34347" b="-71642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0811749" y="7828075"/>
            <a:ext cx="2064375" cy="680651"/>
          </a:xfrm>
          <a:custGeom>
            <a:avLst/>
            <a:gdLst/>
            <a:ahLst/>
            <a:cxnLst/>
            <a:rect r="r" b="b" t="t" l="l"/>
            <a:pathLst>
              <a:path h="680651" w="2064375">
                <a:moveTo>
                  <a:pt x="0" y="0"/>
                </a:moveTo>
                <a:lnTo>
                  <a:pt x="2064376" y="0"/>
                </a:lnTo>
                <a:lnTo>
                  <a:pt x="2064376" y="680652"/>
                </a:lnTo>
                <a:lnTo>
                  <a:pt x="0" y="68065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233" r="0" b="-233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3FC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288175">
            <a:off x="16174431" y="-22019"/>
            <a:ext cx="3946362" cy="2101438"/>
          </a:xfrm>
          <a:custGeom>
            <a:avLst/>
            <a:gdLst/>
            <a:ahLst/>
            <a:cxnLst/>
            <a:rect r="r" b="b" t="t" l="l"/>
            <a:pathLst>
              <a:path h="2101438" w="3946362">
                <a:moveTo>
                  <a:pt x="0" y="0"/>
                </a:moveTo>
                <a:lnTo>
                  <a:pt x="3946362" y="0"/>
                </a:lnTo>
                <a:lnTo>
                  <a:pt x="3946362" y="2101438"/>
                </a:lnTo>
                <a:lnTo>
                  <a:pt x="0" y="21014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8288175">
            <a:off x="-1881236" y="7885566"/>
            <a:ext cx="3946362" cy="2101438"/>
          </a:xfrm>
          <a:custGeom>
            <a:avLst/>
            <a:gdLst/>
            <a:ahLst/>
            <a:cxnLst/>
            <a:rect r="r" b="b" t="t" l="l"/>
            <a:pathLst>
              <a:path h="2101438" w="3946362">
                <a:moveTo>
                  <a:pt x="0" y="0"/>
                </a:moveTo>
                <a:lnTo>
                  <a:pt x="3946363" y="0"/>
                </a:lnTo>
                <a:lnTo>
                  <a:pt x="3946363" y="2101438"/>
                </a:lnTo>
                <a:lnTo>
                  <a:pt x="0" y="21014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-2977118">
            <a:off x="17237545" y="9302305"/>
            <a:ext cx="703419" cy="703419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5F1E1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54245" y="1015810"/>
            <a:ext cx="16816480" cy="8831091"/>
            <a:chOff x="0" y="0"/>
            <a:chExt cx="1885369" cy="9900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85369" cy="990092"/>
            </a:xfrm>
            <a:custGeom>
              <a:avLst/>
              <a:gdLst/>
              <a:ahLst/>
              <a:cxnLst/>
              <a:rect r="r" b="b" t="t" l="l"/>
              <a:pathLst>
                <a:path h="990092" w="1885369">
                  <a:moveTo>
                    <a:pt x="17955" y="0"/>
                  </a:moveTo>
                  <a:lnTo>
                    <a:pt x="1867415" y="0"/>
                  </a:lnTo>
                  <a:cubicBezTo>
                    <a:pt x="1872177" y="0"/>
                    <a:pt x="1876743" y="1892"/>
                    <a:pt x="1880111" y="5259"/>
                  </a:cubicBezTo>
                  <a:cubicBezTo>
                    <a:pt x="1883478" y="8626"/>
                    <a:pt x="1885369" y="13193"/>
                    <a:pt x="1885369" y="17955"/>
                  </a:cubicBezTo>
                  <a:lnTo>
                    <a:pt x="1885369" y="972138"/>
                  </a:lnTo>
                  <a:cubicBezTo>
                    <a:pt x="1885369" y="976900"/>
                    <a:pt x="1883478" y="981467"/>
                    <a:pt x="1880111" y="984834"/>
                  </a:cubicBezTo>
                  <a:cubicBezTo>
                    <a:pt x="1876743" y="988201"/>
                    <a:pt x="1872177" y="990092"/>
                    <a:pt x="1867415" y="990092"/>
                  </a:cubicBezTo>
                  <a:lnTo>
                    <a:pt x="17955" y="990092"/>
                  </a:lnTo>
                  <a:cubicBezTo>
                    <a:pt x="13193" y="990092"/>
                    <a:pt x="8626" y="988201"/>
                    <a:pt x="5259" y="984834"/>
                  </a:cubicBezTo>
                  <a:cubicBezTo>
                    <a:pt x="1892" y="981467"/>
                    <a:pt x="0" y="976900"/>
                    <a:pt x="0" y="972138"/>
                  </a:cubicBezTo>
                  <a:lnTo>
                    <a:pt x="0" y="17955"/>
                  </a:lnTo>
                  <a:cubicBezTo>
                    <a:pt x="0" y="13193"/>
                    <a:pt x="1892" y="8626"/>
                    <a:pt x="5259" y="5259"/>
                  </a:cubicBezTo>
                  <a:cubicBezTo>
                    <a:pt x="8626" y="1892"/>
                    <a:pt x="13193" y="0"/>
                    <a:pt x="17955" y="0"/>
                  </a:cubicBezTo>
                  <a:close/>
                </a:path>
              </a:pathLst>
            </a:custGeom>
            <a:solidFill>
              <a:srgbClr val="2D2828"/>
            </a:solidFill>
            <a:ln w="47625" cap="rnd">
              <a:solidFill>
                <a:srgbClr val="2D2828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885369" cy="1028192"/>
            </a:xfrm>
            <a:prstGeom prst="rect">
              <a:avLst/>
            </a:prstGeom>
          </p:spPr>
          <p:txBody>
            <a:bodyPr anchor="ctr" rtlCol="false" tIns="61875" lIns="61875" bIns="61875" rIns="61875"/>
            <a:lstStyle/>
            <a:p>
              <a:pPr algn="ctr">
                <a:lnSpc>
                  <a:spcPts val="3575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-2977118">
            <a:off x="208572" y="187247"/>
            <a:ext cx="703419" cy="703419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5F1E1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97253" y="731842"/>
            <a:ext cx="17293494" cy="9115059"/>
            <a:chOff x="0" y="0"/>
            <a:chExt cx="1938850" cy="102192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38850" cy="1021929"/>
            </a:xfrm>
            <a:custGeom>
              <a:avLst/>
              <a:gdLst/>
              <a:ahLst/>
              <a:cxnLst/>
              <a:rect r="r" b="b" t="t" l="l"/>
              <a:pathLst>
                <a:path h="1021929" w="1938850">
                  <a:moveTo>
                    <a:pt x="17459" y="0"/>
                  </a:moveTo>
                  <a:lnTo>
                    <a:pt x="1921390" y="0"/>
                  </a:lnTo>
                  <a:cubicBezTo>
                    <a:pt x="1926021" y="0"/>
                    <a:pt x="1930462" y="1839"/>
                    <a:pt x="1933736" y="5114"/>
                  </a:cubicBezTo>
                  <a:cubicBezTo>
                    <a:pt x="1937010" y="8388"/>
                    <a:pt x="1938850" y="12829"/>
                    <a:pt x="1938850" y="17459"/>
                  </a:cubicBezTo>
                  <a:lnTo>
                    <a:pt x="1938850" y="1004470"/>
                  </a:lnTo>
                  <a:cubicBezTo>
                    <a:pt x="1938850" y="1009100"/>
                    <a:pt x="1937010" y="1013541"/>
                    <a:pt x="1933736" y="1016816"/>
                  </a:cubicBezTo>
                  <a:cubicBezTo>
                    <a:pt x="1930462" y="1020090"/>
                    <a:pt x="1926021" y="1021929"/>
                    <a:pt x="1921390" y="1021929"/>
                  </a:cubicBezTo>
                  <a:lnTo>
                    <a:pt x="17459" y="1021929"/>
                  </a:lnTo>
                  <a:cubicBezTo>
                    <a:pt x="7817" y="1021929"/>
                    <a:pt x="0" y="1014112"/>
                    <a:pt x="0" y="1004470"/>
                  </a:cubicBezTo>
                  <a:lnTo>
                    <a:pt x="0" y="17459"/>
                  </a:lnTo>
                  <a:cubicBezTo>
                    <a:pt x="0" y="7817"/>
                    <a:pt x="7817" y="0"/>
                    <a:pt x="17459" y="0"/>
                  </a:cubicBezTo>
                  <a:close/>
                </a:path>
              </a:pathLst>
            </a:custGeom>
            <a:solidFill>
              <a:srgbClr val="F5F1E1"/>
            </a:solidFill>
            <a:ln w="38100" cap="rnd">
              <a:solidFill>
                <a:srgbClr val="2D2828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938850" cy="1060029"/>
            </a:xfrm>
            <a:prstGeom prst="rect">
              <a:avLst/>
            </a:prstGeom>
          </p:spPr>
          <p:txBody>
            <a:bodyPr anchor="ctr" rtlCol="false" tIns="61875" lIns="61875" bIns="61875" rIns="61875"/>
            <a:lstStyle/>
            <a:p>
              <a:pPr algn="ctr">
                <a:lnSpc>
                  <a:spcPts val="3575"/>
                </a:lnSpc>
              </a:pPr>
            </a:p>
            <a:p>
              <a:pPr algn="ctr">
                <a:lnSpc>
                  <a:spcPts val="3575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60777" y="1015810"/>
            <a:ext cx="329975" cy="329975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3FC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6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761714" y="1015810"/>
            <a:ext cx="329975" cy="329975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2A402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6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262650" y="1015810"/>
            <a:ext cx="329975" cy="329975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900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60"/>
                </a:lnSpc>
              </a:pPr>
            </a:p>
          </p:txBody>
        </p:sp>
      </p:grpSp>
      <p:sp>
        <p:nvSpPr>
          <p:cNvPr name="AutoShape 25" id="25"/>
          <p:cNvSpPr/>
          <p:nvPr/>
        </p:nvSpPr>
        <p:spPr>
          <a:xfrm>
            <a:off x="567522" y="1702697"/>
            <a:ext cx="1728625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6" id="26"/>
          <p:cNvSpPr/>
          <p:nvPr/>
        </p:nvSpPr>
        <p:spPr>
          <a:xfrm flipH="false" flipV="false" rot="0">
            <a:off x="8665664" y="7118632"/>
            <a:ext cx="1929679" cy="1817653"/>
          </a:xfrm>
          <a:custGeom>
            <a:avLst/>
            <a:gdLst/>
            <a:ahLst/>
            <a:cxnLst/>
            <a:rect r="r" b="b" t="t" l="l"/>
            <a:pathLst>
              <a:path h="1817653" w="1929679">
                <a:moveTo>
                  <a:pt x="0" y="0"/>
                </a:moveTo>
                <a:lnTo>
                  <a:pt x="1929680" y="0"/>
                </a:lnTo>
                <a:lnTo>
                  <a:pt x="1929680" y="1817653"/>
                </a:lnTo>
                <a:lnTo>
                  <a:pt x="0" y="18176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6163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028700" y="3061356"/>
            <a:ext cx="16386792" cy="3468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6789" indent="-358394" lvl="1">
              <a:lnSpc>
                <a:spcPts val="4648"/>
              </a:lnSpc>
              <a:buFont typeface="Arial"/>
              <a:buChar char="•"/>
            </a:pPr>
            <a:r>
              <a:rPr lang="en-US" b="true" sz="3320">
                <a:solidFill>
                  <a:srgbClr val="2D282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Novita.ai API was used to generate captivating videos for the user from a simple prompt.</a:t>
            </a:r>
          </a:p>
          <a:p>
            <a:pPr algn="l" marL="716789" indent="-358394" lvl="1">
              <a:lnSpc>
                <a:spcPts val="4648"/>
              </a:lnSpc>
              <a:buFont typeface="Arial"/>
              <a:buChar char="•"/>
            </a:pPr>
            <a:r>
              <a:rPr lang="en-US" b="true" sz="3320">
                <a:solidFill>
                  <a:srgbClr val="2D282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Groq was used to interpret the user’s query and enrich the prompt for each few frames as well as give a tagline for the post.</a:t>
            </a:r>
          </a:p>
          <a:p>
            <a:pPr algn="l" marL="716789" indent="-358394" lvl="1">
              <a:lnSpc>
                <a:spcPts val="4648"/>
              </a:lnSpc>
              <a:buFont typeface="Arial"/>
              <a:buChar char="•"/>
            </a:pPr>
            <a:r>
              <a:rPr lang="en-US" b="true" sz="3320">
                <a:solidFill>
                  <a:srgbClr val="2D282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Text overlay is then added to generated video with FFMPEG.</a:t>
            </a:r>
          </a:p>
          <a:p>
            <a:pPr algn="l" marL="716789" indent="-358394" lvl="1">
              <a:lnSpc>
                <a:spcPts val="464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320">
                <a:solidFill>
                  <a:srgbClr val="2D282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After all that the video is then ready to be posted.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4755382" y="7228558"/>
            <a:ext cx="1845907" cy="1817653"/>
          </a:xfrm>
          <a:custGeom>
            <a:avLst/>
            <a:gdLst/>
            <a:ahLst/>
            <a:cxnLst/>
            <a:rect r="r" b="b" t="t" l="l"/>
            <a:pathLst>
              <a:path h="1817653" w="1845907">
                <a:moveTo>
                  <a:pt x="0" y="0"/>
                </a:moveTo>
                <a:lnTo>
                  <a:pt x="1845907" y="0"/>
                </a:lnTo>
                <a:lnTo>
                  <a:pt x="1845907" y="1817653"/>
                </a:lnTo>
                <a:lnTo>
                  <a:pt x="0" y="181765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6601289" y="7797059"/>
            <a:ext cx="2064375" cy="680651"/>
          </a:xfrm>
          <a:custGeom>
            <a:avLst/>
            <a:gdLst/>
            <a:ahLst/>
            <a:cxnLst/>
            <a:rect r="r" b="b" t="t" l="l"/>
            <a:pathLst>
              <a:path h="680651" w="2064375">
                <a:moveTo>
                  <a:pt x="0" y="0"/>
                </a:moveTo>
                <a:lnTo>
                  <a:pt x="2064375" y="0"/>
                </a:lnTo>
                <a:lnTo>
                  <a:pt x="2064375" y="680651"/>
                </a:lnTo>
                <a:lnTo>
                  <a:pt x="0" y="68065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233" r="0" b="-233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2719903" y="7617449"/>
            <a:ext cx="3818546" cy="1039872"/>
          </a:xfrm>
          <a:custGeom>
            <a:avLst/>
            <a:gdLst/>
            <a:ahLst/>
            <a:cxnLst/>
            <a:rect r="r" b="b" t="t" l="l"/>
            <a:pathLst>
              <a:path h="1039872" w="3818546">
                <a:moveTo>
                  <a:pt x="0" y="0"/>
                </a:moveTo>
                <a:lnTo>
                  <a:pt x="3818546" y="0"/>
                </a:lnTo>
                <a:lnTo>
                  <a:pt x="3818546" y="1039872"/>
                </a:lnTo>
                <a:lnTo>
                  <a:pt x="0" y="103987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2548000" y="1578872"/>
            <a:ext cx="13191999" cy="109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26"/>
              </a:lnSpc>
              <a:spcBef>
                <a:spcPct val="0"/>
              </a:spcBef>
            </a:pPr>
            <a:r>
              <a:rPr lang="en-US" b="true" sz="6375">
                <a:solidFill>
                  <a:srgbClr val="2D282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Text to Video Generation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10595344" y="7797059"/>
            <a:ext cx="2064375" cy="680651"/>
          </a:xfrm>
          <a:custGeom>
            <a:avLst/>
            <a:gdLst/>
            <a:ahLst/>
            <a:cxnLst/>
            <a:rect r="r" b="b" t="t" l="l"/>
            <a:pathLst>
              <a:path h="680651" w="2064375">
                <a:moveTo>
                  <a:pt x="0" y="0"/>
                </a:moveTo>
                <a:lnTo>
                  <a:pt x="2064375" y="0"/>
                </a:lnTo>
                <a:lnTo>
                  <a:pt x="2064375" y="680651"/>
                </a:lnTo>
                <a:lnTo>
                  <a:pt x="0" y="68065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233" r="0" b="-233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4718364" y="9120138"/>
            <a:ext cx="1919943" cy="420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5"/>
              </a:lnSpc>
              <a:spcBef>
                <a:spcPct val="0"/>
              </a:spcBef>
            </a:pPr>
            <a:r>
              <a:rPr lang="en-US" b="true" sz="2554">
                <a:solidFill>
                  <a:srgbClr val="2D282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Llama3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665664" y="9028798"/>
            <a:ext cx="1919943" cy="420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5"/>
              </a:lnSpc>
              <a:spcBef>
                <a:spcPct val="0"/>
              </a:spcBef>
            </a:pPr>
            <a:r>
              <a:rPr lang="en-US" b="true" sz="2554">
                <a:solidFill>
                  <a:srgbClr val="2D282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Text2Vid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820056" y="8928736"/>
            <a:ext cx="2156851" cy="420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5"/>
              </a:lnSpc>
              <a:spcBef>
                <a:spcPct val="0"/>
              </a:spcBef>
            </a:pPr>
            <a:r>
              <a:rPr lang="en-US" b="true" sz="2554">
                <a:solidFill>
                  <a:srgbClr val="2D282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Text Overlay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25765" y="7609132"/>
            <a:ext cx="1262693" cy="868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5"/>
              </a:lnSpc>
            </a:pPr>
            <a:r>
              <a:rPr lang="en-US" sz="2554" b="true">
                <a:solidFill>
                  <a:srgbClr val="2D282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User</a:t>
            </a:r>
          </a:p>
          <a:p>
            <a:pPr algn="ctr">
              <a:lnSpc>
                <a:spcPts val="3575"/>
              </a:lnSpc>
              <a:spcBef>
                <a:spcPct val="0"/>
              </a:spcBef>
            </a:pPr>
            <a:r>
              <a:rPr lang="en-US" b="true" sz="2554">
                <a:solidFill>
                  <a:srgbClr val="2D282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Prompt</a:t>
            </a:r>
          </a:p>
        </p:txBody>
      </p:sp>
      <p:sp>
        <p:nvSpPr>
          <p:cNvPr name="Freeform 37" id="37"/>
          <p:cNvSpPr/>
          <p:nvPr/>
        </p:nvSpPr>
        <p:spPr>
          <a:xfrm flipH="false" flipV="false" rot="0">
            <a:off x="2691007" y="7797059"/>
            <a:ext cx="2064375" cy="680651"/>
          </a:xfrm>
          <a:custGeom>
            <a:avLst/>
            <a:gdLst/>
            <a:ahLst/>
            <a:cxnLst/>
            <a:rect r="r" b="b" t="t" l="l"/>
            <a:pathLst>
              <a:path h="680651" w="2064375">
                <a:moveTo>
                  <a:pt x="0" y="0"/>
                </a:moveTo>
                <a:lnTo>
                  <a:pt x="2064375" y="0"/>
                </a:lnTo>
                <a:lnTo>
                  <a:pt x="2064375" y="680651"/>
                </a:lnTo>
                <a:lnTo>
                  <a:pt x="0" y="68065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233" r="0" b="-233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1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9454300">
            <a:off x="289469" y="-842678"/>
            <a:ext cx="3946362" cy="2101438"/>
          </a:xfrm>
          <a:custGeom>
            <a:avLst/>
            <a:gdLst/>
            <a:ahLst/>
            <a:cxnLst/>
            <a:rect r="r" b="b" t="t" l="l"/>
            <a:pathLst>
              <a:path h="2101438" w="3946362">
                <a:moveTo>
                  <a:pt x="0" y="0"/>
                </a:moveTo>
                <a:lnTo>
                  <a:pt x="3946362" y="0"/>
                </a:lnTo>
                <a:lnTo>
                  <a:pt x="3946362" y="2101438"/>
                </a:lnTo>
                <a:lnTo>
                  <a:pt x="0" y="21014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8587610">
            <a:off x="13841959" y="9236281"/>
            <a:ext cx="3946362" cy="2101438"/>
          </a:xfrm>
          <a:custGeom>
            <a:avLst/>
            <a:gdLst/>
            <a:ahLst/>
            <a:cxnLst/>
            <a:rect r="r" b="b" t="t" l="l"/>
            <a:pathLst>
              <a:path h="2101438" w="3946362">
                <a:moveTo>
                  <a:pt x="0" y="0"/>
                </a:moveTo>
                <a:lnTo>
                  <a:pt x="3946362" y="0"/>
                </a:lnTo>
                <a:lnTo>
                  <a:pt x="3946362" y="2101438"/>
                </a:lnTo>
                <a:lnTo>
                  <a:pt x="0" y="21014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-2700000">
            <a:off x="280497" y="9310701"/>
            <a:ext cx="703419" cy="615492"/>
            <a:chOff x="0" y="0"/>
            <a:chExt cx="812800" cy="711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5F1E1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-2977118">
            <a:off x="17403368" y="333311"/>
            <a:ext cx="703419" cy="703419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5F1E1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54245" y="1015810"/>
            <a:ext cx="16816480" cy="8831091"/>
            <a:chOff x="0" y="0"/>
            <a:chExt cx="1885369" cy="99009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85369" cy="990092"/>
            </a:xfrm>
            <a:custGeom>
              <a:avLst/>
              <a:gdLst/>
              <a:ahLst/>
              <a:cxnLst/>
              <a:rect r="r" b="b" t="t" l="l"/>
              <a:pathLst>
                <a:path h="990092" w="1885369">
                  <a:moveTo>
                    <a:pt x="17955" y="0"/>
                  </a:moveTo>
                  <a:lnTo>
                    <a:pt x="1867415" y="0"/>
                  </a:lnTo>
                  <a:cubicBezTo>
                    <a:pt x="1872177" y="0"/>
                    <a:pt x="1876743" y="1892"/>
                    <a:pt x="1880111" y="5259"/>
                  </a:cubicBezTo>
                  <a:cubicBezTo>
                    <a:pt x="1883478" y="8626"/>
                    <a:pt x="1885369" y="13193"/>
                    <a:pt x="1885369" y="17955"/>
                  </a:cubicBezTo>
                  <a:lnTo>
                    <a:pt x="1885369" y="972138"/>
                  </a:lnTo>
                  <a:cubicBezTo>
                    <a:pt x="1885369" y="976900"/>
                    <a:pt x="1883478" y="981467"/>
                    <a:pt x="1880111" y="984834"/>
                  </a:cubicBezTo>
                  <a:cubicBezTo>
                    <a:pt x="1876743" y="988201"/>
                    <a:pt x="1872177" y="990092"/>
                    <a:pt x="1867415" y="990092"/>
                  </a:cubicBezTo>
                  <a:lnTo>
                    <a:pt x="17955" y="990092"/>
                  </a:lnTo>
                  <a:cubicBezTo>
                    <a:pt x="13193" y="990092"/>
                    <a:pt x="8626" y="988201"/>
                    <a:pt x="5259" y="984834"/>
                  </a:cubicBezTo>
                  <a:cubicBezTo>
                    <a:pt x="1892" y="981467"/>
                    <a:pt x="0" y="976900"/>
                    <a:pt x="0" y="972138"/>
                  </a:cubicBezTo>
                  <a:lnTo>
                    <a:pt x="0" y="17955"/>
                  </a:lnTo>
                  <a:cubicBezTo>
                    <a:pt x="0" y="13193"/>
                    <a:pt x="1892" y="8626"/>
                    <a:pt x="5259" y="5259"/>
                  </a:cubicBezTo>
                  <a:cubicBezTo>
                    <a:pt x="8626" y="1892"/>
                    <a:pt x="13193" y="0"/>
                    <a:pt x="17955" y="0"/>
                  </a:cubicBezTo>
                  <a:close/>
                </a:path>
              </a:pathLst>
            </a:custGeom>
            <a:solidFill>
              <a:srgbClr val="2D2828"/>
            </a:solidFill>
            <a:ln w="47625" cap="rnd">
              <a:solidFill>
                <a:srgbClr val="2D2828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885369" cy="1028192"/>
            </a:xfrm>
            <a:prstGeom prst="rect">
              <a:avLst/>
            </a:prstGeom>
          </p:spPr>
          <p:txBody>
            <a:bodyPr anchor="ctr" rtlCol="false" tIns="61875" lIns="61875" bIns="61875" rIns="61875"/>
            <a:lstStyle/>
            <a:p>
              <a:pPr algn="ctr">
                <a:lnSpc>
                  <a:spcPts val="3575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60281" y="538956"/>
            <a:ext cx="17293494" cy="9115059"/>
            <a:chOff x="0" y="0"/>
            <a:chExt cx="1938850" cy="102192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38850" cy="1021929"/>
            </a:xfrm>
            <a:custGeom>
              <a:avLst/>
              <a:gdLst/>
              <a:ahLst/>
              <a:cxnLst/>
              <a:rect r="r" b="b" t="t" l="l"/>
              <a:pathLst>
                <a:path h="1021929" w="1938850">
                  <a:moveTo>
                    <a:pt x="17459" y="0"/>
                  </a:moveTo>
                  <a:lnTo>
                    <a:pt x="1921390" y="0"/>
                  </a:lnTo>
                  <a:cubicBezTo>
                    <a:pt x="1926021" y="0"/>
                    <a:pt x="1930462" y="1839"/>
                    <a:pt x="1933736" y="5114"/>
                  </a:cubicBezTo>
                  <a:cubicBezTo>
                    <a:pt x="1937010" y="8388"/>
                    <a:pt x="1938850" y="12829"/>
                    <a:pt x="1938850" y="17459"/>
                  </a:cubicBezTo>
                  <a:lnTo>
                    <a:pt x="1938850" y="1004470"/>
                  </a:lnTo>
                  <a:cubicBezTo>
                    <a:pt x="1938850" y="1009100"/>
                    <a:pt x="1937010" y="1013541"/>
                    <a:pt x="1933736" y="1016816"/>
                  </a:cubicBezTo>
                  <a:cubicBezTo>
                    <a:pt x="1930462" y="1020090"/>
                    <a:pt x="1926021" y="1021929"/>
                    <a:pt x="1921390" y="1021929"/>
                  </a:cubicBezTo>
                  <a:lnTo>
                    <a:pt x="17459" y="1021929"/>
                  </a:lnTo>
                  <a:cubicBezTo>
                    <a:pt x="7817" y="1021929"/>
                    <a:pt x="0" y="1014112"/>
                    <a:pt x="0" y="1004470"/>
                  </a:cubicBezTo>
                  <a:lnTo>
                    <a:pt x="0" y="17459"/>
                  </a:lnTo>
                  <a:cubicBezTo>
                    <a:pt x="0" y="7817"/>
                    <a:pt x="7817" y="0"/>
                    <a:pt x="17459" y="0"/>
                  </a:cubicBezTo>
                  <a:close/>
                </a:path>
              </a:pathLst>
            </a:custGeom>
            <a:solidFill>
              <a:srgbClr val="F5F1E1"/>
            </a:solidFill>
            <a:ln w="38100" cap="rnd">
              <a:solidFill>
                <a:srgbClr val="2D2828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85725"/>
              <a:ext cx="1938850" cy="1107654"/>
            </a:xfrm>
            <a:prstGeom prst="rect">
              <a:avLst/>
            </a:prstGeom>
          </p:spPr>
          <p:txBody>
            <a:bodyPr anchor="ctr" rtlCol="false" tIns="61875" lIns="61875" bIns="61875" rIns="61875"/>
            <a:lstStyle/>
            <a:p>
              <a:pPr algn="ctr">
                <a:lnSpc>
                  <a:spcPts val="6235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60777" y="1015810"/>
            <a:ext cx="329975" cy="329975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3FC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6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761714" y="1015810"/>
            <a:ext cx="329975" cy="329975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2A402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6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262650" y="1015810"/>
            <a:ext cx="329975" cy="329975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900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60"/>
                </a:lnSpc>
              </a:pPr>
            </a:p>
          </p:txBody>
        </p:sp>
      </p:grpSp>
      <p:sp>
        <p:nvSpPr>
          <p:cNvPr name="AutoShape 25" id="25"/>
          <p:cNvSpPr/>
          <p:nvPr/>
        </p:nvSpPr>
        <p:spPr>
          <a:xfrm>
            <a:off x="567522" y="1702697"/>
            <a:ext cx="1728625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6" id="26"/>
          <p:cNvSpPr txBox="true"/>
          <p:nvPr/>
        </p:nvSpPr>
        <p:spPr>
          <a:xfrm rot="0">
            <a:off x="2623140" y="1503479"/>
            <a:ext cx="13191999" cy="109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26"/>
              </a:lnSpc>
              <a:spcBef>
                <a:spcPct val="0"/>
              </a:spcBef>
            </a:pPr>
            <a:r>
              <a:rPr lang="en-US" b="true" sz="6375">
                <a:solidFill>
                  <a:srgbClr val="2D282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Image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2588299" y="2932209"/>
            <a:ext cx="13348372" cy="3324989"/>
            <a:chOff x="0" y="0"/>
            <a:chExt cx="17797829" cy="443331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7662542" y="456775"/>
              <a:ext cx="2461209" cy="2423537"/>
            </a:xfrm>
            <a:custGeom>
              <a:avLst/>
              <a:gdLst/>
              <a:ahLst/>
              <a:cxnLst/>
              <a:rect r="r" b="b" t="t" l="l"/>
              <a:pathLst>
                <a:path h="2423537" w="2461209">
                  <a:moveTo>
                    <a:pt x="0" y="0"/>
                  </a:moveTo>
                  <a:lnTo>
                    <a:pt x="2461209" y="0"/>
                  </a:lnTo>
                  <a:lnTo>
                    <a:pt x="2461209" y="2423537"/>
                  </a:lnTo>
                  <a:lnTo>
                    <a:pt x="0" y="2423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29" id="29"/>
            <p:cNvSpPr/>
            <p:nvPr/>
          </p:nvSpPr>
          <p:spPr>
            <a:xfrm flipH="false" flipV="false" rot="-108475">
              <a:off x="2545536" y="795980"/>
              <a:ext cx="4866484" cy="1287519"/>
            </a:xfrm>
            <a:custGeom>
              <a:avLst/>
              <a:gdLst/>
              <a:ahLst/>
              <a:cxnLst/>
              <a:rect r="r" b="b" t="t" l="l"/>
              <a:pathLst>
                <a:path h="1287519" w="4866484">
                  <a:moveTo>
                    <a:pt x="0" y="0"/>
                  </a:moveTo>
                  <a:lnTo>
                    <a:pt x="4866485" y="0"/>
                  </a:lnTo>
                  <a:lnTo>
                    <a:pt x="4866485" y="1287519"/>
                  </a:lnTo>
                  <a:lnTo>
                    <a:pt x="0" y="12875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2601" r="0" b="-12601"/>
              </a:stretch>
            </a:blipFill>
          </p:spPr>
        </p:sp>
        <p:sp>
          <p:nvSpPr>
            <p:cNvPr name="Freeform 30" id="30"/>
            <p:cNvSpPr/>
            <p:nvPr/>
          </p:nvSpPr>
          <p:spPr>
            <a:xfrm flipH="false" flipV="false" rot="-113265">
              <a:off x="9853486" y="872424"/>
              <a:ext cx="4353629" cy="1287519"/>
            </a:xfrm>
            <a:custGeom>
              <a:avLst/>
              <a:gdLst/>
              <a:ahLst/>
              <a:cxnLst/>
              <a:rect r="r" b="b" t="t" l="l"/>
              <a:pathLst>
                <a:path h="1287519" w="4353629">
                  <a:moveTo>
                    <a:pt x="0" y="0"/>
                  </a:moveTo>
                  <a:lnTo>
                    <a:pt x="4353629" y="0"/>
                  </a:lnTo>
                  <a:lnTo>
                    <a:pt x="4353629" y="1287519"/>
                  </a:lnTo>
                  <a:lnTo>
                    <a:pt x="0" y="12875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004" r="0" b="-6004"/>
              </a:stretch>
            </a:blip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14471815" y="0"/>
              <a:ext cx="3326014" cy="3326014"/>
            </a:xfrm>
            <a:custGeom>
              <a:avLst/>
              <a:gdLst/>
              <a:ahLst/>
              <a:cxnLst/>
              <a:rect r="r" b="b" t="t" l="l"/>
              <a:pathLst>
                <a:path h="3326014" w="3326014">
                  <a:moveTo>
                    <a:pt x="0" y="0"/>
                  </a:moveTo>
                  <a:lnTo>
                    <a:pt x="3326014" y="0"/>
                  </a:lnTo>
                  <a:lnTo>
                    <a:pt x="3326014" y="3326014"/>
                  </a:lnTo>
                  <a:lnTo>
                    <a:pt x="0" y="33260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 rot="0">
              <a:off x="0" y="1163311"/>
              <a:ext cx="2414181" cy="5052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05"/>
                </a:lnSpc>
                <a:spcBef>
                  <a:spcPct val="0"/>
                </a:spcBef>
              </a:pPr>
              <a:r>
                <a:rPr lang="en-US" b="true" sz="2289">
                  <a:solidFill>
                    <a:srgbClr val="2D2828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User prompt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3735839" y="2022447"/>
              <a:ext cx="2987409" cy="8578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7"/>
                </a:lnSpc>
              </a:pPr>
              <a:r>
                <a:rPr lang="en-US" sz="1890" b="true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The prompt is sent</a:t>
              </a:r>
            </a:p>
            <a:p>
              <a:pPr algn="ctr">
                <a:lnSpc>
                  <a:spcPts val="2647"/>
                </a:lnSpc>
                <a:spcBef>
                  <a:spcPct val="0"/>
                </a:spcBef>
              </a:pPr>
              <a:r>
                <a:rPr lang="en-US" b="true" sz="1890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to the groq API.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7815277" y="3032712"/>
              <a:ext cx="1839780" cy="5485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75"/>
                </a:lnSpc>
                <a:spcBef>
                  <a:spcPct val="0"/>
                </a:spcBef>
              </a:pPr>
              <a:r>
                <a:rPr lang="en-US" b="true" sz="2554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groq API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10810484" y="2193201"/>
              <a:ext cx="2974599" cy="8578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7"/>
                </a:lnSpc>
              </a:pPr>
              <a:r>
                <a:rPr lang="en-US" sz="1890" b="true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A better image </a:t>
              </a:r>
            </a:p>
            <a:p>
              <a:pPr algn="ctr">
                <a:lnSpc>
                  <a:spcPts val="2647"/>
                </a:lnSpc>
                <a:spcBef>
                  <a:spcPct val="0"/>
                </a:spcBef>
              </a:pPr>
              <a:r>
                <a:rPr lang="en-US" b="true" sz="1890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generation prompt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14805064" y="3287914"/>
              <a:ext cx="2824956" cy="11454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75"/>
                </a:lnSpc>
              </a:pPr>
              <a:r>
                <a:rPr lang="en-US" sz="2554" b="true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Pollination AI</a:t>
              </a:r>
            </a:p>
            <a:p>
              <a:pPr algn="ctr">
                <a:lnSpc>
                  <a:spcPts val="3575"/>
                </a:lnSpc>
                <a:spcBef>
                  <a:spcPct val="0"/>
                </a:spcBef>
              </a:pPr>
              <a:r>
                <a:rPr lang="en-US" b="true" sz="2554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API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2262650" y="6418541"/>
            <a:ext cx="12173149" cy="1763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51410" indent="-275705" lvl="1">
              <a:lnSpc>
                <a:spcPts val="3575"/>
              </a:lnSpc>
              <a:buAutoNum type="arabicPeriod" startAt="1"/>
            </a:pPr>
            <a:r>
              <a:rPr lang="en-US" b="true" sz="2554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We give the user prompt.</a:t>
            </a:r>
          </a:p>
          <a:p>
            <a:pPr algn="just" marL="551410" indent="-275705" lvl="1">
              <a:lnSpc>
                <a:spcPts val="3575"/>
              </a:lnSpc>
              <a:buAutoNum type="arabicPeriod" startAt="1"/>
            </a:pPr>
            <a:r>
              <a:rPr lang="en-US" b="true" sz="2554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We get a better prompt from Groq API.</a:t>
            </a:r>
          </a:p>
          <a:p>
            <a:pPr algn="just" marL="551410" indent="-275705" lvl="1">
              <a:lnSpc>
                <a:spcPts val="3575"/>
              </a:lnSpc>
              <a:buAutoNum type="arabicPeriod" startAt="1"/>
            </a:pPr>
            <a:r>
              <a:rPr lang="en-US" b="true" sz="2554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We append that prompt with online API link.</a:t>
            </a:r>
          </a:p>
          <a:p>
            <a:pPr algn="just" marL="551410" indent="-275705" lvl="1">
              <a:lnSpc>
                <a:spcPts val="3575"/>
              </a:lnSpc>
              <a:spcBef>
                <a:spcPct val="0"/>
              </a:spcBef>
              <a:buAutoNum type="arabicPeriod" startAt="1"/>
            </a:pPr>
            <a:r>
              <a:rPr lang="en-US" b="true" sz="2554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Then the online API is called and returns the link of the image produced.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A4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9071438">
            <a:off x="15563615" y="8758426"/>
            <a:ext cx="3533060" cy="2005012"/>
          </a:xfrm>
          <a:custGeom>
            <a:avLst/>
            <a:gdLst/>
            <a:ahLst/>
            <a:cxnLst/>
            <a:rect r="r" b="b" t="t" l="l"/>
            <a:pathLst>
              <a:path h="2005012" w="3533060">
                <a:moveTo>
                  <a:pt x="0" y="0"/>
                </a:moveTo>
                <a:lnTo>
                  <a:pt x="3533060" y="0"/>
                </a:lnTo>
                <a:lnTo>
                  <a:pt x="3533060" y="2005012"/>
                </a:lnTo>
                <a:lnTo>
                  <a:pt x="0" y="20050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071438">
            <a:off x="-737830" y="-463550"/>
            <a:ext cx="3533060" cy="2005012"/>
          </a:xfrm>
          <a:custGeom>
            <a:avLst/>
            <a:gdLst/>
            <a:ahLst/>
            <a:cxnLst/>
            <a:rect r="r" b="b" t="t" l="l"/>
            <a:pathLst>
              <a:path h="2005012" w="3533060">
                <a:moveTo>
                  <a:pt x="0" y="0"/>
                </a:moveTo>
                <a:lnTo>
                  <a:pt x="3533060" y="0"/>
                </a:lnTo>
                <a:lnTo>
                  <a:pt x="3533060" y="2005012"/>
                </a:lnTo>
                <a:lnTo>
                  <a:pt x="0" y="20050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-2700000">
            <a:off x="280497" y="9310701"/>
            <a:ext cx="703419" cy="615492"/>
            <a:chOff x="0" y="0"/>
            <a:chExt cx="812800" cy="711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5F1E1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54245" y="1015810"/>
            <a:ext cx="16816480" cy="8831091"/>
            <a:chOff x="0" y="0"/>
            <a:chExt cx="1885369" cy="9900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85369" cy="990092"/>
            </a:xfrm>
            <a:custGeom>
              <a:avLst/>
              <a:gdLst/>
              <a:ahLst/>
              <a:cxnLst/>
              <a:rect r="r" b="b" t="t" l="l"/>
              <a:pathLst>
                <a:path h="990092" w="1885369">
                  <a:moveTo>
                    <a:pt x="17955" y="0"/>
                  </a:moveTo>
                  <a:lnTo>
                    <a:pt x="1867415" y="0"/>
                  </a:lnTo>
                  <a:cubicBezTo>
                    <a:pt x="1872177" y="0"/>
                    <a:pt x="1876743" y="1892"/>
                    <a:pt x="1880111" y="5259"/>
                  </a:cubicBezTo>
                  <a:cubicBezTo>
                    <a:pt x="1883478" y="8626"/>
                    <a:pt x="1885369" y="13193"/>
                    <a:pt x="1885369" y="17955"/>
                  </a:cubicBezTo>
                  <a:lnTo>
                    <a:pt x="1885369" y="972138"/>
                  </a:lnTo>
                  <a:cubicBezTo>
                    <a:pt x="1885369" y="976900"/>
                    <a:pt x="1883478" y="981467"/>
                    <a:pt x="1880111" y="984834"/>
                  </a:cubicBezTo>
                  <a:cubicBezTo>
                    <a:pt x="1876743" y="988201"/>
                    <a:pt x="1872177" y="990092"/>
                    <a:pt x="1867415" y="990092"/>
                  </a:cubicBezTo>
                  <a:lnTo>
                    <a:pt x="17955" y="990092"/>
                  </a:lnTo>
                  <a:cubicBezTo>
                    <a:pt x="13193" y="990092"/>
                    <a:pt x="8626" y="988201"/>
                    <a:pt x="5259" y="984834"/>
                  </a:cubicBezTo>
                  <a:cubicBezTo>
                    <a:pt x="1892" y="981467"/>
                    <a:pt x="0" y="976900"/>
                    <a:pt x="0" y="972138"/>
                  </a:cubicBezTo>
                  <a:lnTo>
                    <a:pt x="0" y="17955"/>
                  </a:lnTo>
                  <a:cubicBezTo>
                    <a:pt x="0" y="13193"/>
                    <a:pt x="1892" y="8626"/>
                    <a:pt x="5259" y="5259"/>
                  </a:cubicBezTo>
                  <a:cubicBezTo>
                    <a:pt x="8626" y="1892"/>
                    <a:pt x="13193" y="0"/>
                    <a:pt x="17955" y="0"/>
                  </a:cubicBezTo>
                  <a:close/>
                </a:path>
              </a:pathLst>
            </a:custGeom>
            <a:solidFill>
              <a:srgbClr val="2D2828"/>
            </a:solidFill>
            <a:ln w="47625" cap="rnd">
              <a:solidFill>
                <a:srgbClr val="2D2828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885369" cy="1028192"/>
            </a:xfrm>
            <a:prstGeom prst="rect">
              <a:avLst/>
            </a:prstGeom>
          </p:spPr>
          <p:txBody>
            <a:bodyPr anchor="ctr" rtlCol="false" tIns="61875" lIns="61875" bIns="61875" rIns="61875"/>
            <a:lstStyle/>
            <a:p>
              <a:pPr algn="ctr">
                <a:lnSpc>
                  <a:spcPts val="3575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553471">
            <a:off x="17304084" y="278535"/>
            <a:ext cx="703419" cy="615492"/>
            <a:chOff x="0" y="0"/>
            <a:chExt cx="812800" cy="711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5F1E1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60281" y="538956"/>
            <a:ext cx="17293494" cy="9115059"/>
            <a:chOff x="0" y="0"/>
            <a:chExt cx="1938850" cy="102192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38850" cy="1021929"/>
            </a:xfrm>
            <a:custGeom>
              <a:avLst/>
              <a:gdLst/>
              <a:ahLst/>
              <a:cxnLst/>
              <a:rect r="r" b="b" t="t" l="l"/>
              <a:pathLst>
                <a:path h="1021929" w="1938850">
                  <a:moveTo>
                    <a:pt x="17459" y="0"/>
                  </a:moveTo>
                  <a:lnTo>
                    <a:pt x="1921390" y="0"/>
                  </a:lnTo>
                  <a:cubicBezTo>
                    <a:pt x="1926021" y="0"/>
                    <a:pt x="1930462" y="1839"/>
                    <a:pt x="1933736" y="5114"/>
                  </a:cubicBezTo>
                  <a:cubicBezTo>
                    <a:pt x="1937010" y="8388"/>
                    <a:pt x="1938850" y="12829"/>
                    <a:pt x="1938850" y="17459"/>
                  </a:cubicBezTo>
                  <a:lnTo>
                    <a:pt x="1938850" y="1004470"/>
                  </a:lnTo>
                  <a:cubicBezTo>
                    <a:pt x="1938850" y="1009100"/>
                    <a:pt x="1937010" y="1013541"/>
                    <a:pt x="1933736" y="1016816"/>
                  </a:cubicBezTo>
                  <a:cubicBezTo>
                    <a:pt x="1930462" y="1020090"/>
                    <a:pt x="1926021" y="1021929"/>
                    <a:pt x="1921390" y="1021929"/>
                  </a:cubicBezTo>
                  <a:lnTo>
                    <a:pt x="17459" y="1021929"/>
                  </a:lnTo>
                  <a:cubicBezTo>
                    <a:pt x="7817" y="1021929"/>
                    <a:pt x="0" y="1014112"/>
                    <a:pt x="0" y="1004470"/>
                  </a:cubicBezTo>
                  <a:lnTo>
                    <a:pt x="0" y="17459"/>
                  </a:lnTo>
                  <a:cubicBezTo>
                    <a:pt x="0" y="7817"/>
                    <a:pt x="7817" y="0"/>
                    <a:pt x="17459" y="0"/>
                  </a:cubicBezTo>
                  <a:close/>
                </a:path>
              </a:pathLst>
            </a:custGeom>
            <a:solidFill>
              <a:srgbClr val="F5F1E1"/>
            </a:solidFill>
            <a:ln w="38100" cap="rnd">
              <a:solidFill>
                <a:srgbClr val="2D2828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938850" cy="1060029"/>
            </a:xfrm>
            <a:prstGeom prst="rect">
              <a:avLst/>
            </a:prstGeom>
          </p:spPr>
          <p:txBody>
            <a:bodyPr anchor="ctr" rtlCol="false" tIns="61875" lIns="61875" bIns="61875" rIns="61875"/>
            <a:lstStyle/>
            <a:p>
              <a:pPr algn="ctr">
                <a:lnSpc>
                  <a:spcPts val="3575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60777" y="1015810"/>
            <a:ext cx="329975" cy="329975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3FC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6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761714" y="1015810"/>
            <a:ext cx="329975" cy="329975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2A402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6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262650" y="1015810"/>
            <a:ext cx="329975" cy="329975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900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60"/>
                </a:lnSpc>
              </a:pPr>
            </a:p>
          </p:txBody>
        </p:sp>
      </p:grpSp>
      <p:sp>
        <p:nvSpPr>
          <p:cNvPr name="AutoShape 25" id="25"/>
          <p:cNvSpPr/>
          <p:nvPr/>
        </p:nvSpPr>
        <p:spPr>
          <a:xfrm>
            <a:off x="567522" y="1702697"/>
            <a:ext cx="1728625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6" id="26"/>
          <p:cNvSpPr/>
          <p:nvPr/>
        </p:nvSpPr>
        <p:spPr>
          <a:xfrm flipH="false" flipV="false" rot="0">
            <a:off x="3493371" y="2887746"/>
            <a:ext cx="11301259" cy="6046174"/>
          </a:xfrm>
          <a:custGeom>
            <a:avLst/>
            <a:gdLst/>
            <a:ahLst/>
            <a:cxnLst/>
            <a:rect r="r" b="b" t="t" l="l"/>
            <a:pathLst>
              <a:path h="6046174" w="11301259">
                <a:moveTo>
                  <a:pt x="0" y="0"/>
                </a:moveTo>
                <a:lnTo>
                  <a:pt x="11301258" y="0"/>
                </a:lnTo>
                <a:lnTo>
                  <a:pt x="11301258" y="6046173"/>
                </a:lnTo>
                <a:lnTo>
                  <a:pt x="0" y="60461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2548000" y="1578872"/>
            <a:ext cx="13191999" cy="109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26"/>
              </a:lnSpc>
              <a:spcBef>
                <a:spcPct val="0"/>
              </a:spcBef>
            </a:pPr>
            <a:r>
              <a:rPr lang="en-US" b="true" sz="6375">
                <a:solidFill>
                  <a:srgbClr val="2D282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Meme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1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9454300">
            <a:off x="289469" y="-842678"/>
            <a:ext cx="3946362" cy="2101438"/>
          </a:xfrm>
          <a:custGeom>
            <a:avLst/>
            <a:gdLst/>
            <a:ahLst/>
            <a:cxnLst/>
            <a:rect r="r" b="b" t="t" l="l"/>
            <a:pathLst>
              <a:path h="2101438" w="3946362">
                <a:moveTo>
                  <a:pt x="0" y="0"/>
                </a:moveTo>
                <a:lnTo>
                  <a:pt x="3946362" y="0"/>
                </a:lnTo>
                <a:lnTo>
                  <a:pt x="3946362" y="2101438"/>
                </a:lnTo>
                <a:lnTo>
                  <a:pt x="0" y="21014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8587610">
            <a:off x="13841959" y="9236281"/>
            <a:ext cx="3946362" cy="2101438"/>
          </a:xfrm>
          <a:custGeom>
            <a:avLst/>
            <a:gdLst/>
            <a:ahLst/>
            <a:cxnLst/>
            <a:rect r="r" b="b" t="t" l="l"/>
            <a:pathLst>
              <a:path h="2101438" w="3946362">
                <a:moveTo>
                  <a:pt x="0" y="0"/>
                </a:moveTo>
                <a:lnTo>
                  <a:pt x="3946362" y="0"/>
                </a:lnTo>
                <a:lnTo>
                  <a:pt x="3946362" y="2101438"/>
                </a:lnTo>
                <a:lnTo>
                  <a:pt x="0" y="21014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-2700000">
            <a:off x="280497" y="9310701"/>
            <a:ext cx="703419" cy="615492"/>
            <a:chOff x="0" y="0"/>
            <a:chExt cx="812800" cy="711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5F1E1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-2977118">
            <a:off x="17403368" y="333311"/>
            <a:ext cx="703419" cy="703419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5F1E1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54245" y="1015810"/>
            <a:ext cx="16816480" cy="8831091"/>
            <a:chOff x="0" y="0"/>
            <a:chExt cx="1885369" cy="99009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85369" cy="990092"/>
            </a:xfrm>
            <a:custGeom>
              <a:avLst/>
              <a:gdLst/>
              <a:ahLst/>
              <a:cxnLst/>
              <a:rect r="r" b="b" t="t" l="l"/>
              <a:pathLst>
                <a:path h="990092" w="1885369">
                  <a:moveTo>
                    <a:pt x="17955" y="0"/>
                  </a:moveTo>
                  <a:lnTo>
                    <a:pt x="1867415" y="0"/>
                  </a:lnTo>
                  <a:cubicBezTo>
                    <a:pt x="1872177" y="0"/>
                    <a:pt x="1876743" y="1892"/>
                    <a:pt x="1880111" y="5259"/>
                  </a:cubicBezTo>
                  <a:cubicBezTo>
                    <a:pt x="1883478" y="8626"/>
                    <a:pt x="1885369" y="13193"/>
                    <a:pt x="1885369" y="17955"/>
                  </a:cubicBezTo>
                  <a:lnTo>
                    <a:pt x="1885369" y="972138"/>
                  </a:lnTo>
                  <a:cubicBezTo>
                    <a:pt x="1885369" y="976900"/>
                    <a:pt x="1883478" y="981467"/>
                    <a:pt x="1880111" y="984834"/>
                  </a:cubicBezTo>
                  <a:cubicBezTo>
                    <a:pt x="1876743" y="988201"/>
                    <a:pt x="1872177" y="990092"/>
                    <a:pt x="1867415" y="990092"/>
                  </a:cubicBezTo>
                  <a:lnTo>
                    <a:pt x="17955" y="990092"/>
                  </a:lnTo>
                  <a:cubicBezTo>
                    <a:pt x="13193" y="990092"/>
                    <a:pt x="8626" y="988201"/>
                    <a:pt x="5259" y="984834"/>
                  </a:cubicBezTo>
                  <a:cubicBezTo>
                    <a:pt x="1892" y="981467"/>
                    <a:pt x="0" y="976900"/>
                    <a:pt x="0" y="972138"/>
                  </a:cubicBezTo>
                  <a:lnTo>
                    <a:pt x="0" y="17955"/>
                  </a:lnTo>
                  <a:cubicBezTo>
                    <a:pt x="0" y="13193"/>
                    <a:pt x="1892" y="8626"/>
                    <a:pt x="5259" y="5259"/>
                  </a:cubicBezTo>
                  <a:cubicBezTo>
                    <a:pt x="8626" y="1892"/>
                    <a:pt x="13193" y="0"/>
                    <a:pt x="17955" y="0"/>
                  </a:cubicBezTo>
                  <a:close/>
                </a:path>
              </a:pathLst>
            </a:custGeom>
            <a:solidFill>
              <a:srgbClr val="2D2828"/>
            </a:solidFill>
            <a:ln w="47625" cap="rnd">
              <a:solidFill>
                <a:srgbClr val="2D2828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885369" cy="1028192"/>
            </a:xfrm>
            <a:prstGeom prst="rect">
              <a:avLst/>
            </a:prstGeom>
          </p:spPr>
          <p:txBody>
            <a:bodyPr anchor="ctr" rtlCol="false" tIns="61875" lIns="61875" bIns="61875" rIns="61875"/>
            <a:lstStyle/>
            <a:p>
              <a:pPr algn="ctr">
                <a:lnSpc>
                  <a:spcPts val="3575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60281" y="538956"/>
            <a:ext cx="17293494" cy="9115059"/>
            <a:chOff x="0" y="0"/>
            <a:chExt cx="1938850" cy="102192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38850" cy="1021929"/>
            </a:xfrm>
            <a:custGeom>
              <a:avLst/>
              <a:gdLst/>
              <a:ahLst/>
              <a:cxnLst/>
              <a:rect r="r" b="b" t="t" l="l"/>
              <a:pathLst>
                <a:path h="1021929" w="1938850">
                  <a:moveTo>
                    <a:pt x="17459" y="0"/>
                  </a:moveTo>
                  <a:lnTo>
                    <a:pt x="1921390" y="0"/>
                  </a:lnTo>
                  <a:cubicBezTo>
                    <a:pt x="1926021" y="0"/>
                    <a:pt x="1930462" y="1839"/>
                    <a:pt x="1933736" y="5114"/>
                  </a:cubicBezTo>
                  <a:cubicBezTo>
                    <a:pt x="1937010" y="8388"/>
                    <a:pt x="1938850" y="12829"/>
                    <a:pt x="1938850" y="17459"/>
                  </a:cubicBezTo>
                  <a:lnTo>
                    <a:pt x="1938850" y="1004470"/>
                  </a:lnTo>
                  <a:cubicBezTo>
                    <a:pt x="1938850" y="1009100"/>
                    <a:pt x="1937010" y="1013541"/>
                    <a:pt x="1933736" y="1016816"/>
                  </a:cubicBezTo>
                  <a:cubicBezTo>
                    <a:pt x="1930462" y="1020090"/>
                    <a:pt x="1926021" y="1021929"/>
                    <a:pt x="1921390" y="1021929"/>
                  </a:cubicBezTo>
                  <a:lnTo>
                    <a:pt x="17459" y="1021929"/>
                  </a:lnTo>
                  <a:cubicBezTo>
                    <a:pt x="7817" y="1021929"/>
                    <a:pt x="0" y="1014112"/>
                    <a:pt x="0" y="1004470"/>
                  </a:cubicBezTo>
                  <a:lnTo>
                    <a:pt x="0" y="17459"/>
                  </a:lnTo>
                  <a:cubicBezTo>
                    <a:pt x="0" y="7817"/>
                    <a:pt x="7817" y="0"/>
                    <a:pt x="17459" y="0"/>
                  </a:cubicBezTo>
                  <a:close/>
                </a:path>
              </a:pathLst>
            </a:custGeom>
            <a:solidFill>
              <a:srgbClr val="F5F1E1"/>
            </a:solidFill>
            <a:ln w="38100" cap="rnd">
              <a:solidFill>
                <a:srgbClr val="2D2828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938850" cy="1060029"/>
            </a:xfrm>
            <a:prstGeom prst="rect">
              <a:avLst/>
            </a:prstGeom>
          </p:spPr>
          <p:txBody>
            <a:bodyPr anchor="ctr" rtlCol="false" tIns="61875" lIns="61875" bIns="61875" rIns="61875"/>
            <a:lstStyle/>
            <a:p>
              <a:pPr algn="ctr">
                <a:lnSpc>
                  <a:spcPts val="3575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60777" y="1015810"/>
            <a:ext cx="329975" cy="329975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3FC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6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761714" y="1015810"/>
            <a:ext cx="329975" cy="329975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2A402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6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262650" y="1015810"/>
            <a:ext cx="329975" cy="329975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900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60"/>
                </a:lnSpc>
              </a:pPr>
            </a:p>
          </p:txBody>
        </p:sp>
      </p:grpSp>
      <p:sp>
        <p:nvSpPr>
          <p:cNvPr name="AutoShape 25" id="25"/>
          <p:cNvSpPr/>
          <p:nvPr/>
        </p:nvSpPr>
        <p:spPr>
          <a:xfrm>
            <a:off x="567522" y="1702697"/>
            <a:ext cx="1728625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0">
            <a:off x="1926701" y="3365592"/>
            <a:ext cx="8206015" cy="1206902"/>
            <a:chOff x="0" y="0"/>
            <a:chExt cx="10941354" cy="160920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615260" cy="1609203"/>
            </a:xfrm>
            <a:custGeom>
              <a:avLst/>
              <a:gdLst/>
              <a:ahLst/>
              <a:cxnLst/>
              <a:rect r="r" b="b" t="t" l="l"/>
              <a:pathLst>
                <a:path h="1609203" w="1615260">
                  <a:moveTo>
                    <a:pt x="0" y="0"/>
                  </a:moveTo>
                  <a:lnTo>
                    <a:pt x="1615260" y="0"/>
                  </a:lnTo>
                  <a:lnTo>
                    <a:pt x="1615260" y="1609203"/>
                  </a:lnTo>
                  <a:lnTo>
                    <a:pt x="0" y="1609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 rot="0">
              <a:off x="2225502" y="235007"/>
              <a:ext cx="8715852" cy="10534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719"/>
                </a:lnSpc>
                <a:spcBef>
                  <a:spcPct val="0"/>
                </a:spcBef>
              </a:pPr>
              <a:r>
                <a:rPr lang="en-US" b="true" sz="4800">
                  <a:solidFill>
                    <a:srgbClr val="2D2828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-  Speech recognition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667882" y="6592302"/>
            <a:ext cx="15648568" cy="1517324"/>
            <a:chOff x="0" y="0"/>
            <a:chExt cx="20864758" cy="202309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023099" cy="2023099"/>
            </a:xfrm>
            <a:custGeom>
              <a:avLst/>
              <a:gdLst/>
              <a:ahLst/>
              <a:cxnLst/>
              <a:rect r="r" b="b" t="t" l="l"/>
              <a:pathLst>
                <a:path h="2023099" w="2023099">
                  <a:moveTo>
                    <a:pt x="0" y="0"/>
                  </a:moveTo>
                  <a:lnTo>
                    <a:pt x="2023099" y="0"/>
                  </a:lnTo>
                  <a:lnTo>
                    <a:pt x="2023099" y="2023099"/>
                  </a:lnTo>
                  <a:lnTo>
                    <a:pt x="0" y="20230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 rot="0">
              <a:off x="2667563" y="28557"/>
              <a:ext cx="18197195" cy="10534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719"/>
                </a:lnSpc>
                <a:spcBef>
                  <a:spcPct val="0"/>
                </a:spcBef>
              </a:pPr>
              <a:r>
                <a:rPr lang="en-US" b="true" sz="4800">
                  <a:solidFill>
                    <a:srgbClr val="2D2828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-  Desktop and mobile applications</a:t>
              </a: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1155667" y="4201144"/>
            <a:ext cx="2543942" cy="2534402"/>
          </a:xfrm>
          <a:custGeom>
            <a:avLst/>
            <a:gdLst/>
            <a:ahLst/>
            <a:cxnLst/>
            <a:rect r="r" b="b" t="t" l="l"/>
            <a:pathLst>
              <a:path h="2534402" w="2543942">
                <a:moveTo>
                  <a:pt x="0" y="0"/>
                </a:moveTo>
                <a:lnTo>
                  <a:pt x="2543942" y="0"/>
                </a:lnTo>
                <a:lnTo>
                  <a:pt x="2543942" y="2534402"/>
                </a:lnTo>
                <a:lnTo>
                  <a:pt x="0" y="253440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3611404" y="5019717"/>
            <a:ext cx="13647896" cy="81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b="true" sz="4800">
                <a:solidFill>
                  <a:srgbClr val="2D282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-  Profile and account system for chat history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548000" y="1578872"/>
            <a:ext cx="13191999" cy="109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26"/>
              </a:lnSpc>
              <a:spcBef>
                <a:spcPct val="0"/>
              </a:spcBef>
            </a:pPr>
            <a:r>
              <a:rPr lang="en-US" b="true" sz="6375">
                <a:solidFill>
                  <a:srgbClr val="2D282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Future enhancements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3FC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032345" y="-1308944"/>
            <a:ext cx="8248368" cy="7273561"/>
          </a:xfrm>
          <a:custGeom>
            <a:avLst/>
            <a:gdLst/>
            <a:ahLst/>
            <a:cxnLst/>
            <a:rect r="r" b="b" t="t" l="l"/>
            <a:pathLst>
              <a:path h="7273561" w="8248368">
                <a:moveTo>
                  <a:pt x="0" y="0"/>
                </a:moveTo>
                <a:lnTo>
                  <a:pt x="8248368" y="0"/>
                </a:lnTo>
                <a:lnTo>
                  <a:pt x="8248368" y="7273561"/>
                </a:lnTo>
                <a:lnTo>
                  <a:pt x="0" y="72735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069870" y="-577541"/>
            <a:ext cx="8167003" cy="4725293"/>
            <a:chOff x="0" y="0"/>
            <a:chExt cx="10889338" cy="6300391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4"/>
            <a:srcRect l="0" t="9670" r="0" b="9670"/>
            <a:stretch>
              <a:fillRect/>
            </a:stretch>
          </p:blipFill>
          <p:spPr>
            <a:xfrm flipH="false" flipV="false">
              <a:off x="0" y="0"/>
              <a:ext cx="10889338" cy="6300391"/>
            </a:xfrm>
            <a:prstGeom prst="rect">
              <a:avLst/>
            </a:prstGeom>
          </p:spPr>
        </p:pic>
      </p:grpSp>
      <p:grpSp>
        <p:nvGrpSpPr>
          <p:cNvPr name="Group 5" id="5"/>
          <p:cNvGrpSpPr/>
          <p:nvPr/>
        </p:nvGrpSpPr>
        <p:grpSpPr>
          <a:xfrm rot="0">
            <a:off x="5146406" y="8151478"/>
            <a:ext cx="8020245" cy="1743152"/>
            <a:chOff x="0" y="0"/>
            <a:chExt cx="2334481" cy="5073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34481" cy="507385"/>
            </a:xfrm>
            <a:custGeom>
              <a:avLst/>
              <a:gdLst/>
              <a:ahLst/>
              <a:cxnLst/>
              <a:rect r="r" b="b" t="t" l="l"/>
              <a:pathLst>
                <a:path h="507385" w="2334481">
                  <a:moveTo>
                    <a:pt x="29924" y="0"/>
                  </a:moveTo>
                  <a:lnTo>
                    <a:pt x="2304556" y="0"/>
                  </a:lnTo>
                  <a:cubicBezTo>
                    <a:pt x="2321083" y="0"/>
                    <a:pt x="2334481" y="13398"/>
                    <a:pt x="2334481" y="29924"/>
                  </a:cubicBezTo>
                  <a:lnTo>
                    <a:pt x="2334481" y="477461"/>
                  </a:lnTo>
                  <a:cubicBezTo>
                    <a:pt x="2334481" y="485397"/>
                    <a:pt x="2331328" y="493009"/>
                    <a:pt x="2325716" y="498621"/>
                  </a:cubicBezTo>
                  <a:cubicBezTo>
                    <a:pt x="2320104" y="504232"/>
                    <a:pt x="2312493" y="507385"/>
                    <a:pt x="2304556" y="507385"/>
                  </a:cubicBezTo>
                  <a:lnTo>
                    <a:pt x="29924" y="507385"/>
                  </a:lnTo>
                  <a:cubicBezTo>
                    <a:pt x="13398" y="507385"/>
                    <a:pt x="0" y="493988"/>
                    <a:pt x="0" y="477461"/>
                  </a:cubicBezTo>
                  <a:lnTo>
                    <a:pt x="0" y="29924"/>
                  </a:lnTo>
                  <a:cubicBezTo>
                    <a:pt x="0" y="21988"/>
                    <a:pt x="3153" y="14376"/>
                    <a:pt x="8765" y="8765"/>
                  </a:cubicBezTo>
                  <a:cubicBezTo>
                    <a:pt x="14376" y="3153"/>
                    <a:pt x="21988" y="0"/>
                    <a:pt x="29924" y="0"/>
                  </a:cubicBezTo>
                  <a:close/>
                </a:path>
              </a:pathLst>
            </a:custGeom>
            <a:solidFill>
              <a:srgbClr val="2D2828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2334481" cy="497860"/>
            </a:xfrm>
            <a:prstGeom prst="rect">
              <a:avLst/>
            </a:prstGeom>
          </p:spPr>
          <p:txBody>
            <a:bodyPr anchor="ctr" rtlCol="false" tIns="16345" lIns="16345" bIns="16345" rIns="16345"/>
            <a:lstStyle/>
            <a:p>
              <a:pPr algn="ctr">
                <a:lnSpc>
                  <a:spcPts val="2288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007287" y="6231317"/>
            <a:ext cx="8259473" cy="3571039"/>
            <a:chOff x="0" y="0"/>
            <a:chExt cx="2404113" cy="10394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04113" cy="1039435"/>
            </a:xfrm>
            <a:custGeom>
              <a:avLst/>
              <a:gdLst/>
              <a:ahLst/>
              <a:cxnLst/>
              <a:rect r="r" b="b" t="t" l="l"/>
              <a:pathLst>
                <a:path h="1039435" w="2404113">
                  <a:moveTo>
                    <a:pt x="29057" y="0"/>
                  </a:moveTo>
                  <a:lnTo>
                    <a:pt x="2375056" y="0"/>
                  </a:lnTo>
                  <a:cubicBezTo>
                    <a:pt x="2391104" y="0"/>
                    <a:pt x="2404113" y="13009"/>
                    <a:pt x="2404113" y="29057"/>
                  </a:cubicBezTo>
                  <a:lnTo>
                    <a:pt x="2404113" y="1010377"/>
                  </a:lnTo>
                  <a:cubicBezTo>
                    <a:pt x="2404113" y="1026425"/>
                    <a:pt x="2391104" y="1039435"/>
                    <a:pt x="2375056" y="1039435"/>
                  </a:cubicBezTo>
                  <a:lnTo>
                    <a:pt x="29057" y="1039435"/>
                  </a:lnTo>
                  <a:cubicBezTo>
                    <a:pt x="13009" y="1039435"/>
                    <a:pt x="0" y="1026425"/>
                    <a:pt x="0" y="1010377"/>
                  </a:cubicBezTo>
                  <a:lnTo>
                    <a:pt x="0" y="29057"/>
                  </a:lnTo>
                  <a:cubicBezTo>
                    <a:pt x="0" y="13009"/>
                    <a:pt x="13009" y="0"/>
                    <a:pt x="29057" y="0"/>
                  </a:cubicBezTo>
                  <a:close/>
                </a:path>
              </a:pathLst>
            </a:custGeom>
            <a:solidFill>
              <a:srgbClr val="F5F1E1"/>
            </a:solidFill>
            <a:ln w="47625" cap="rnd">
              <a:solidFill>
                <a:srgbClr val="2D2828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2404113" cy="1029910"/>
            </a:xfrm>
            <a:prstGeom prst="rect">
              <a:avLst/>
            </a:prstGeom>
          </p:spPr>
          <p:txBody>
            <a:bodyPr anchor="ctr" rtlCol="false" tIns="16345" lIns="16345" bIns="16345" rIns="16345"/>
            <a:lstStyle/>
            <a:p>
              <a:pPr algn="ctr">
                <a:lnSpc>
                  <a:spcPts val="2288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199619" y="3891881"/>
            <a:ext cx="6172200" cy="9258300"/>
            <a:chOff x="0" y="0"/>
            <a:chExt cx="6350000" cy="9525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50000" cy="9525000"/>
            </a:xfrm>
            <a:custGeom>
              <a:avLst/>
              <a:gdLst/>
              <a:ahLst/>
              <a:cxnLst/>
              <a:rect r="r" b="b" t="t" l="l"/>
              <a:pathLst>
                <a:path h="9525000" w="6350000">
                  <a:moveTo>
                    <a:pt x="0" y="9042400"/>
                  </a:moveTo>
                  <a:lnTo>
                    <a:pt x="0" y="482600"/>
                  </a:lnTo>
                  <a:cubicBezTo>
                    <a:pt x="0" y="215900"/>
                    <a:pt x="215900" y="0"/>
                    <a:pt x="482600" y="0"/>
                  </a:cubicBezTo>
                  <a:lnTo>
                    <a:pt x="5867400" y="0"/>
                  </a:lnTo>
                  <a:cubicBezTo>
                    <a:pt x="6134100" y="0"/>
                    <a:pt x="6350000" y="217170"/>
                    <a:pt x="6350000" y="482600"/>
                  </a:cubicBezTo>
                  <a:lnTo>
                    <a:pt x="6350000" y="9042400"/>
                  </a:lnTo>
                  <a:cubicBezTo>
                    <a:pt x="6350000" y="9309100"/>
                    <a:pt x="6134100" y="9525000"/>
                    <a:pt x="5867400" y="9525000"/>
                  </a:cubicBezTo>
                  <a:lnTo>
                    <a:pt x="482600" y="9525000"/>
                  </a:lnTo>
                  <a:cubicBezTo>
                    <a:pt x="217170" y="9525000"/>
                    <a:pt x="0" y="9309100"/>
                    <a:pt x="0" y="9042400"/>
                  </a:cubicBezTo>
                  <a:close/>
                </a:path>
              </a:pathLst>
            </a:custGeom>
            <a:blipFill>
              <a:blip r:embed="rId5"/>
              <a:stretch>
                <a:fillRect l="-25000" t="0" r="-2500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-2124814" y="-2190856"/>
            <a:ext cx="6238252" cy="9357379"/>
            <a:chOff x="0" y="0"/>
            <a:chExt cx="6350000" cy="9525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50000" cy="9525000"/>
            </a:xfrm>
            <a:custGeom>
              <a:avLst/>
              <a:gdLst/>
              <a:ahLst/>
              <a:cxnLst/>
              <a:rect r="r" b="b" t="t" l="l"/>
              <a:pathLst>
                <a:path h="9525000" w="6350000">
                  <a:moveTo>
                    <a:pt x="0" y="9042400"/>
                  </a:moveTo>
                  <a:lnTo>
                    <a:pt x="0" y="482600"/>
                  </a:lnTo>
                  <a:cubicBezTo>
                    <a:pt x="0" y="215900"/>
                    <a:pt x="215900" y="0"/>
                    <a:pt x="482600" y="0"/>
                  </a:cubicBezTo>
                  <a:lnTo>
                    <a:pt x="5867400" y="0"/>
                  </a:lnTo>
                  <a:cubicBezTo>
                    <a:pt x="6134100" y="0"/>
                    <a:pt x="6350000" y="217170"/>
                    <a:pt x="6350000" y="482600"/>
                  </a:cubicBezTo>
                  <a:lnTo>
                    <a:pt x="6350000" y="9042400"/>
                  </a:lnTo>
                  <a:cubicBezTo>
                    <a:pt x="6350000" y="9309100"/>
                    <a:pt x="6134100" y="9525000"/>
                    <a:pt x="5867400" y="9525000"/>
                  </a:cubicBezTo>
                  <a:lnTo>
                    <a:pt x="482600" y="9525000"/>
                  </a:lnTo>
                  <a:cubicBezTo>
                    <a:pt x="217170" y="9525000"/>
                    <a:pt x="0" y="9309100"/>
                    <a:pt x="0" y="9042400"/>
                  </a:cubicBezTo>
                  <a:close/>
                </a:path>
              </a:pathLst>
            </a:custGeom>
            <a:blipFill>
              <a:blip r:embed="rId6"/>
              <a:stretch>
                <a:fillRect l="-62500" t="0" r="-62500" b="0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-1148473">
            <a:off x="-1269941" y="8764549"/>
            <a:ext cx="3946362" cy="2101438"/>
          </a:xfrm>
          <a:custGeom>
            <a:avLst/>
            <a:gdLst/>
            <a:ahLst/>
            <a:cxnLst/>
            <a:rect r="r" b="b" t="t" l="l"/>
            <a:pathLst>
              <a:path h="2101438" w="3946362">
                <a:moveTo>
                  <a:pt x="0" y="0"/>
                </a:moveTo>
                <a:lnTo>
                  <a:pt x="3946362" y="0"/>
                </a:lnTo>
                <a:lnTo>
                  <a:pt x="3946362" y="2101438"/>
                </a:lnTo>
                <a:lnTo>
                  <a:pt x="0" y="210143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1148473">
            <a:off x="15597626" y="-578987"/>
            <a:ext cx="3946362" cy="2101438"/>
          </a:xfrm>
          <a:custGeom>
            <a:avLst/>
            <a:gdLst/>
            <a:ahLst/>
            <a:cxnLst/>
            <a:rect r="r" b="b" t="t" l="l"/>
            <a:pathLst>
              <a:path h="2101438" w="3946362">
                <a:moveTo>
                  <a:pt x="0" y="0"/>
                </a:moveTo>
                <a:lnTo>
                  <a:pt x="3946362" y="0"/>
                </a:lnTo>
                <a:lnTo>
                  <a:pt x="3946362" y="2101438"/>
                </a:lnTo>
                <a:lnTo>
                  <a:pt x="0" y="210143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-2977118">
            <a:off x="3761729" y="8967782"/>
            <a:ext cx="703419" cy="703419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5F1E1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182442">
            <a:off x="14210942" y="2555596"/>
            <a:ext cx="703419" cy="615492"/>
            <a:chOff x="0" y="0"/>
            <a:chExt cx="812800" cy="711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5F1E1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5315064" y="7642414"/>
            <a:ext cx="7682930" cy="872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81"/>
              </a:lnSpc>
            </a:pPr>
            <a:r>
              <a:rPr lang="en-US" sz="6581" b="true">
                <a:solidFill>
                  <a:srgbClr val="2D282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DAGYw33nNNM</dc:identifier>
  <dcterms:modified xsi:type="dcterms:W3CDTF">2011-08-01T06:04:30Z</dcterms:modified>
  <cp:revision>1</cp:revision>
  <dc:title>Gen AI Hack</dc:title>
</cp:coreProperties>
</file>